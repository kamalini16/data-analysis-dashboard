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74" r:id="rId4"/>
    <p:sldId id="275" r:id="rId5"/>
    <p:sldId id="259" r:id="rId6"/>
    <p:sldId id="260" r:id="rId7"/>
    <p:sldId id="264" r:id="rId8"/>
    <p:sldId id="261" r:id="rId9"/>
    <p:sldId id="262" r:id="rId10"/>
    <p:sldId id="263" r:id="rId11"/>
    <p:sldId id="265" r:id="rId12"/>
    <p:sldId id="266" r:id="rId13"/>
    <p:sldId id="267" r:id="rId14"/>
    <p:sldId id="276" r:id="rId15"/>
    <p:sldId id="257" r:id="rId16"/>
    <p:sldId id="278" r:id="rId17"/>
    <p:sldId id="268" r:id="rId18"/>
    <p:sldId id="269" r:id="rId19"/>
    <p:sldId id="270" r:id="rId20"/>
    <p:sldId id="27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DC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88F043-0C6A-4795-BC83-FCA348C30CAE}" v="14" dt="2025-11-07T14:49:20.4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157" autoAdjust="0"/>
  </p:normalViewPr>
  <p:slideViewPr>
    <p:cSldViewPr snapToGrid="0">
      <p:cViewPr varScale="1">
        <p:scale>
          <a:sx n="76" d="100"/>
          <a:sy n="76" d="100"/>
        </p:scale>
        <p:origin x="946" y="6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malini pati" userId="1c3286c055a25729" providerId="LiveId" clId="{D2D4CBBC-A765-44E8-83BE-760B00F456EB}"/>
    <pc:docChg chg="undo custSel addSld delSld modSld sldOrd">
      <pc:chgData name="kamalini pati" userId="1c3286c055a25729" providerId="LiveId" clId="{D2D4CBBC-A765-44E8-83BE-760B00F456EB}" dt="2025-11-07T14:53:18.153" v="117" actId="20577"/>
      <pc:docMkLst>
        <pc:docMk/>
      </pc:docMkLst>
      <pc:sldChg chg="modSp">
        <pc:chgData name="kamalini pati" userId="1c3286c055a25729" providerId="LiveId" clId="{D2D4CBBC-A765-44E8-83BE-760B00F456EB}" dt="2025-11-07T13:38:53.697" v="19" actId="2711"/>
        <pc:sldMkLst>
          <pc:docMk/>
          <pc:sldMk cId="1912771831" sldId="256"/>
        </pc:sldMkLst>
        <pc:spChg chg="mod">
          <ac:chgData name="kamalini pati" userId="1c3286c055a25729" providerId="LiveId" clId="{D2D4CBBC-A765-44E8-83BE-760B00F456EB}" dt="2025-11-07T13:38:53.697" v="19" actId="2711"/>
          <ac:spMkLst>
            <pc:docMk/>
            <pc:sldMk cId="1912771831" sldId="256"/>
            <ac:spMk id="2" creationId="{FA55C88B-D181-C904-9AB4-82B2CBEB1152}"/>
          </ac:spMkLst>
        </pc:spChg>
      </pc:sldChg>
      <pc:sldChg chg="modSp add mod ord">
        <pc:chgData name="kamalini pati" userId="1c3286c055a25729" providerId="LiveId" clId="{D2D4CBBC-A765-44E8-83BE-760B00F456EB}" dt="2025-11-07T14:49:02.298" v="97"/>
        <pc:sldMkLst>
          <pc:docMk/>
          <pc:sldMk cId="2202331340" sldId="257"/>
        </pc:sldMkLst>
        <pc:picChg chg="mod">
          <ac:chgData name="kamalini pati" userId="1c3286c055a25729" providerId="LiveId" clId="{D2D4CBBC-A765-44E8-83BE-760B00F456EB}" dt="2025-11-07T14:48:33.814" v="94" actId="1076"/>
          <ac:picMkLst>
            <pc:docMk/>
            <pc:sldMk cId="2202331340" sldId="257"/>
            <ac:picMk id="5" creationId="{4EF88F11-39C8-4383-2508-F04BAF38AA45}"/>
          </ac:picMkLst>
        </pc:picChg>
        <pc:picChg chg="mod">
          <ac:chgData name="kamalini pati" userId="1c3286c055a25729" providerId="LiveId" clId="{D2D4CBBC-A765-44E8-83BE-760B00F456EB}" dt="2025-11-07T14:48:44.119" v="95" actId="1076"/>
          <ac:picMkLst>
            <pc:docMk/>
            <pc:sldMk cId="2202331340" sldId="257"/>
            <ac:picMk id="7" creationId="{07F97C62-C7A9-3BDB-20A6-791248AC8799}"/>
          </ac:picMkLst>
        </pc:picChg>
      </pc:sldChg>
      <pc:sldChg chg="modSp mod">
        <pc:chgData name="kamalini pati" userId="1c3286c055a25729" providerId="LiveId" clId="{D2D4CBBC-A765-44E8-83BE-760B00F456EB}" dt="2025-11-07T13:39:04.581" v="20" actId="2711"/>
        <pc:sldMkLst>
          <pc:docMk/>
          <pc:sldMk cId="3829004133" sldId="258"/>
        </pc:sldMkLst>
        <pc:spChg chg="mod">
          <ac:chgData name="kamalini pati" userId="1c3286c055a25729" providerId="LiveId" clId="{D2D4CBBC-A765-44E8-83BE-760B00F456EB}" dt="2025-11-07T13:39:04.581" v="20" actId="2711"/>
          <ac:spMkLst>
            <pc:docMk/>
            <pc:sldMk cId="3829004133" sldId="258"/>
            <ac:spMk id="2" creationId="{E77EAEF8-0128-73F7-6C77-90FC1902A3D0}"/>
          </ac:spMkLst>
        </pc:spChg>
        <pc:graphicFrameChg chg="mod">
          <ac:chgData name="kamalini pati" userId="1c3286c055a25729" providerId="LiveId" clId="{D2D4CBBC-A765-44E8-83BE-760B00F456EB}" dt="2025-11-07T13:27:05.850" v="11" actId="113"/>
          <ac:graphicFrameMkLst>
            <pc:docMk/>
            <pc:sldMk cId="3829004133" sldId="258"/>
            <ac:graphicFrameMk id="15" creationId="{14447116-8C9E-3196-4B4D-F77E5A1A4386}"/>
          </ac:graphicFrameMkLst>
        </pc:graphicFrameChg>
      </pc:sldChg>
      <pc:sldChg chg="modSp mod">
        <pc:chgData name="kamalini pati" userId="1c3286c055a25729" providerId="LiveId" clId="{D2D4CBBC-A765-44E8-83BE-760B00F456EB}" dt="2025-11-07T13:38:18.761" v="18" actId="2711"/>
        <pc:sldMkLst>
          <pc:docMk/>
          <pc:sldMk cId="562552308" sldId="268"/>
        </pc:sldMkLst>
        <pc:spChg chg="mod">
          <ac:chgData name="kamalini pati" userId="1c3286c055a25729" providerId="LiveId" clId="{D2D4CBBC-A765-44E8-83BE-760B00F456EB}" dt="2025-11-07T13:38:18.761" v="18" actId="2711"/>
          <ac:spMkLst>
            <pc:docMk/>
            <pc:sldMk cId="562552308" sldId="268"/>
            <ac:spMk id="3" creationId="{9FB3911E-49C8-F143-E0D5-BB003937FC86}"/>
          </ac:spMkLst>
        </pc:spChg>
      </pc:sldChg>
      <pc:sldChg chg="modSp mod">
        <pc:chgData name="kamalini pati" userId="1c3286c055a25729" providerId="LiveId" clId="{D2D4CBBC-A765-44E8-83BE-760B00F456EB}" dt="2025-11-07T13:38:07.101" v="17" actId="2711"/>
        <pc:sldMkLst>
          <pc:docMk/>
          <pc:sldMk cId="2140604937" sldId="269"/>
        </pc:sldMkLst>
        <pc:spChg chg="mod">
          <ac:chgData name="kamalini pati" userId="1c3286c055a25729" providerId="LiveId" clId="{D2D4CBBC-A765-44E8-83BE-760B00F456EB}" dt="2025-11-07T13:38:07.101" v="17" actId="2711"/>
          <ac:spMkLst>
            <pc:docMk/>
            <pc:sldMk cId="2140604937" sldId="269"/>
            <ac:spMk id="2" creationId="{E6FAFD1B-7F07-93E3-4F06-207916FDA9DB}"/>
          </ac:spMkLst>
        </pc:spChg>
        <pc:spChg chg="mod">
          <ac:chgData name="kamalini pati" userId="1c3286c055a25729" providerId="LiveId" clId="{D2D4CBBC-A765-44E8-83BE-760B00F456EB}" dt="2025-11-07T13:38:00.750" v="16" actId="2711"/>
          <ac:spMkLst>
            <pc:docMk/>
            <pc:sldMk cId="2140604937" sldId="269"/>
            <ac:spMk id="3" creationId="{60217F1F-A75D-32E8-87CE-488844CEEBF3}"/>
          </ac:spMkLst>
        </pc:spChg>
      </pc:sldChg>
      <pc:sldChg chg="modSp mod">
        <pc:chgData name="kamalini pati" userId="1c3286c055a25729" providerId="LiveId" clId="{D2D4CBBC-A765-44E8-83BE-760B00F456EB}" dt="2025-11-07T13:37:50.651" v="15" actId="2711"/>
        <pc:sldMkLst>
          <pc:docMk/>
          <pc:sldMk cId="1731495497" sldId="270"/>
        </pc:sldMkLst>
        <pc:spChg chg="mod">
          <ac:chgData name="kamalini pati" userId="1c3286c055a25729" providerId="LiveId" clId="{D2D4CBBC-A765-44E8-83BE-760B00F456EB}" dt="2025-11-07T13:37:50.651" v="15" actId="2711"/>
          <ac:spMkLst>
            <pc:docMk/>
            <pc:sldMk cId="1731495497" sldId="270"/>
            <ac:spMk id="3" creationId="{80E6AEF0-F57D-4A15-1ED8-80DF8C38D502}"/>
          </ac:spMkLst>
        </pc:spChg>
      </pc:sldChg>
      <pc:sldChg chg="modSp mod">
        <pc:chgData name="kamalini pati" userId="1c3286c055a25729" providerId="LiveId" clId="{D2D4CBBC-A765-44E8-83BE-760B00F456EB}" dt="2025-11-07T13:37:18.941" v="14" actId="2711"/>
        <pc:sldMkLst>
          <pc:docMk/>
          <pc:sldMk cId="1397588258" sldId="271"/>
        </pc:sldMkLst>
        <pc:spChg chg="mod">
          <ac:chgData name="kamalini pati" userId="1c3286c055a25729" providerId="LiveId" clId="{D2D4CBBC-A765-44E8-83BE-760B00F456EB}" dt="2025-11-07T13:37:18.941" v="14" actId="2711"/>
          <ac:spMkLst>
            <pc:docMk/>
            <pc:sldMk cId="1397588258" sldId="271"/>
            <ac:spMk id="3" creationId="{01CA07A1-9F2F-389B-EC76-C40C84CFF289}"/>
          </ac:spMkLst>
        </pc:spChg>
      </pc:sldChg>
      <pc:sldChg chg="addSp delSp modSp new mod">
        <pc:chgData name="kamalini pati" userId="1c3286c055a25729" providerId="LiveId" clId="{D2D4CBBC-A765-44E8-83BE-760B00F456EB}" dt="2025-11-07T14:53:18.153" v="117" actId="20577"/>
        <pc:sldMkLst>
          <pc:docMk/>
          <pc:sldMk cId="3878190247" sldId="276"/>
        </pc:sldMkLst>
        <pc:spChg chg="mod">
          <ac:chgData name="kamalini pati" userId="1c3286c055a25729" providerId="LiveId" clId="{D2D4CBBC-A765-44E8-83BE-760B00F456EB}" dt="2025-11-07T14:53:18.153" v="117" actId="20577"/>
          <ac:spMkLst>
            <pc:docMk/>
            <pc:sldMk cId="3878190247" sldId="276"/>
            <ac:spMk id="2" creationId="{F8308D6F-BCE9-6B8A-AA84-80AB550FD270}"/>
          </ac:spMkLst>
        </pc:spChg>
        <pc:spChg chg="add del">
          <ac:chgData name="kamalini pati" userId="1c3286c055a25729" providerId="LiveId" clId="{D2D4CBBC-A765-44E8-83BE-760B00F456EB}" dt="2025-11-07T14:34:37.664" v="48" actId="22"/>
          <ac:spMkLst>
            <pc:docMk/>
            <pc:sldMk cId="3878190247" sldId="276"/>
            <ac:spMk id="4" creationId="{A41B2FD4-6E45-02FF-B20B-E5DD9B85F285}"/>
          </ac:spMkLst>
        </pc:spChg>
        <pc:picChg chg="add del mod">
          <ac:chgData name="kamalini pati" userId="1c3286c055a25729" providerId="LiveId" clId="{D2D4CBBC-A765-44E8-83BE-760B00F456EB}" dt="2025-11-07T14:45:48.219" v="84" actId="478"/>
          <ac:picMkLst>
            <pc:docMk/>
            <pc:sldMk cId="3878190247" sldId="276"/>
            <ac:picMk id="6" creationId="{94916AA5-8B8C-47FA-EFDA-2042781C7B71}"/>
          </ac:picMkLst>
        </pc:picChg>
        <pc:picChg chg="add del mod">
          <ac:chgData name="kamalini pati" userId="1c3286c055a25729" providerId="LiveId" clId="{D2D4CBBC-A765-44E8-83BE-760B00F456EB}" dt="2025-11-07T14:44:04.664" v="78" actId="478"/>
          <ac:picMkLst>
            <pc:docMk/>
            <pc:sldMk cId="3878190247" sldId="276"/>
            <ac:picMk id="8" creationId="{45B7FE04-B745-E896-173F-982B2781EE0D}"/>
          </ac:picMkLst>
        </pc:picChg>
        <pc:picChg chg="add mod">
          <ac:chgData name="kamalini pati" userId="1c3286c055a25729" providerId="LiveId" clId="{D2D4CBBC-A765-44E8-83BE-760B00F456EB}" dt="2025-11-07T14:46:09.765" v="88" actId="1076"/>
          <ac:picMkLst>
            <pc:docMk/>
            <pc:sldMk cId="3878190247" sldId="276"/>
            <ac:picMk id="9" creationId="{7710E131-CD76-A285-98B7-C8AEC3C5FA3C}"/>
          </ac:picMkLst>
        </pc:picChg>
        <pc:picChg chg="add mod">
          <ac:chgData name="kamalini pati" userId="1c3286c055a25729" providerId="LiveId" clId="{D2D4CBBC-A765-44E8-83BE-760B00F456EB}" dt="2025-11-07T14:47:15.314" v="92" actId="14100"/>
          <ac:picMkLst>
            <pc:docMk/>
            <pc:sldMk cId="3878190247" sldId="276"/>
            <ac:picMk id="10" creationId="{230474B3-186C-0E2E-C44C-9F2E6F326FCF}"/>
          </ac:picMkLst>
        </pc:picChg>
      </pc:sldChg>
      <pc:sldChg chg="delSp modSp add del mod">
        <pc:chgData name="kamalini pati" userId="1c3286c055a25729" providerId="LiveId" clId="{D2D4CBBC-A765-44E8-83BE-760B00F456EB}" dt="2025-11-07T14:50:15.681" v="107" actId="2696"/>
        <pc:sldMkLst>
          <pc:docMk/>
          <pc:sldMk cId="1687632840" sldId="277"/>
        </pc:sldMkLst>
        <pc:picChg chg="del mod">
          <ac:chgData name="kamalini pati" userId="1c3286c055a25729" providerId="LiveId" clId="{D2D4CBBC-A765-44E8-83BE-760B00F456EB}" dt="2025-11-07T14:45:37.498" v="83" actId="21"/>
          <ac:picMkLst>
            <pc:docMk/>
            <pc:sldMk cId="1687632840" sldId="277"/>
            <ac:picMk id="5" creationId="{7710E131-CD76-A285-98B7-C8AEC3C5FA3C}"/>
          </ac:picMkLst>
        </pc:picChg>
        <pc:picChg chg="del">
          <ac:chgData name="kamalini pati" userId="1c3286c055a25729" providerId="LiveId" clId="{D2D4CBBC-A765-44E8-83BE-760B00F456EB}" dt="2025-11-07T14:46:28.288" v="89" actId="21"/>
          <ac:picMkLst>
            <pc:docMk/>
            <pc:sldMk cId="1687632840" sldId="277"/>
            <ac:picMk id="7" creationId="{230474B3-186C-0E2E-C44C-9F2E6F326FCF}"/>
          </ac:picMkLst>
        </pc:picChg>
      </pc:sldChg>
      <pc:sldChg chg="modSp add mod ord">
        <pc:chgData name="kamalini pati" userId="1c3286c055a25729" providerId="LiveId" clId="{D2D4CBBC-A765-44E8-83BE-760B00F456EB}" dt="2025-11-07T14:50:12.158" v="106"/>
        <pc:sldMkLst>
          <pc:docMk/>
          <pc:sldMk cId="4154898436" sldId="278"/>
        </pc:sldMkLst>
        <pc:picChg chg="mod">
          <ac:chgData name="kamalini pati" userId="1c3286c055a25729" providerId="LiveId" clId="{D2D4CBBC-A765-44E8-83BE-760B00F456EB}" dt="2025-11-07T14:49:26.790" v="99" actId="1076"/>
          <ac:picMkLst>
            <pc:docMk/>
            <pc:sldMk cId="4154898436" sldId="278"/>
            <ac:picMk id="5" creationId="{9360C449-0912-7234-8E00-8DE37C2BDCA7}"/>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400D00-9F18-49BF-964A-71DC0E473B9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27AC598-D587-49DD-8656-7276D2FF51C3}">
      <dgm:prSet/>
      <dgm:spPr/>
      <dgm:t>
        <a:bodyPr/>
        <a:lstStyle/>
        <a:p>
          <a:pPr>
            <a:lnSpc>
              <a:spcPct val="100000"/>
            </a:lnSpc>
          </a:pPr>
          <a:r>
            <a:rPr lang="en-US"/>
            <a:t>01 . Introduction</a:t>
          </a:r>
        </a:p>
      </dgm:t>
    </dgm:pt>
    <dgm:pt modelId="{91C4ACB0-8207-401F-8C2A-4BDEAACED588}" type="parTrans" cxnId="{A7FF55CC-9563-4EE5-934C-B6825EC7FA90}">
      <dgm:prSet/>
      <dgm:spPr/>
      <dgm:t>
        <a:bodyPr/>
        <a:lstStyle/>
        <a:p>
          <a:endParaRPr lang="en-US"/>
        </a:p>
      </dgm:t>
    </dgm:pt>
    <dgm:pt modelId="{1FBA0DB6-0220-4213-B52A-69C71665F21D}" type="sibTrans" cxnId="{A7FF55CC-9563-4EE5-934C-B6825EC7FA90}">
      <dgm:prSet/>
      <dgm:spPr/>
      <dgm:t>
        <a:bodyPr/>
        <a:lstStyle/>
        <a:p>
          <a:endParaRPr lang="en-US"/>
        </a:p>
      </dgm:t>
    </dgm:pt>
    <dgm:pt modelId="{874DE9B8-C63C-4788-8D23-E2C0396F2E41}">
      <dgm:prSet/>
      <dgm:spPr/>
      <dgm:t>
        <a:bodyPr/>
        <a:lstStyle/>
        <a:p>
          <a:pPr>
            <a:lnSpc>
              <a:spcPct val="100000"/>
            </a:lnSpc>
          </a:pPr>
          <a:r>
            <a:rPr lang="en-US"/>
            <a:t>02 . Overview</a:t>
          </a:r>
        </a:p>
      </dgm:t>
    </dgm:pt>
    <dgm:pt modelId="{8DD70BD8-56F9-43C1-B7E7-69DD113D4413}" type="parTrans" cxnId="{1B1DADD4-08E5-4364-815E-FF19F5A8B1D9}">
      <dgm:prSet/>
      <dgm:spPr/>
      <dgm:t>
        <a:bodyPr/>
        <a:lstStyle/>
        <a:p>
          <a:endParaRPr lang="en-US"/>
        </a:p>
      </dgm:t>
    </dgm:pt>
    <dgm:pt modelId="{A5633BEF-3349-45B1-AED0-D73D46116765}" type="sibTrans" cxnId="{1B1DADD4-08E5-4364-815E-FF19F5A8B1D9}">
      <dgm:prSet/>
      <dgm:spPr/>
      <dgm:t>
        <a:bodyPr/>
        <a:lstStyle/>
        <a:p>
          <a:endParaRPr lang="en-US"/>
        </a:p>
      </dgm:t>
    </dgm:pt>
    <dgm:pt modelId="{6EA34FA2-3A34-4513-B969-96741E005D7E}">
      <dgm:prSet/>
      <dgm:spPr/>
      <dgm:t>
        <a:bodyPr/>
        <a:lstStyle/>
        <a:p>
          <a:pPr>
            <a:lnSpc>
              <a:spcPct val="100000"/>
            </a:lnSpc>
          </a:pPr>
          <a:r>
            <a:rPr lang="en-US"/>
            <a:t>03 . KPI’S</a:t>
          </a:r>
        </a:p>
      </dgm:t>
    </dgm:pt>
    <dgm:pt modelId="{C9AB6F40-8B3C-4A00-8AF1-F8224C0CCF78}" type="parTrans" cxnId="{90229F4B-59FA-4AD7-84FB-58F35546A49A}">
      <dgm:prSet/>
      <dgm:spPr/>
      <dgm:t>
        <a:bodyPr/>
        <a:lstStyle/>
        <a:p>
          <a:endParaRPr lang="en-US"/>
        </a:p>
      </dgm:t>
    </dgm:pt>
    <dgm:pt modelId="{62693163-863E-4465-8486-50FA6D241A25}" type="sibTrans" cxnId="{90229F4B-59FA-4AD7-84FB-58F35546A49A}">
      <dgm:prSet/>
      <dgm:spPr/>
      <dgm:t>
        <a:bodyPr/>
        <a:lstStyle/>
        <a:p>
          <a:endParaRPr lang="en-US"/>
        </a:p>
      </dgm:t>
    </dgm:pt>
    <dgm:pt modelId="{48146D92-0161-4312-9F71-6F068CAEEB68}">
      <dgm:prSet/>
      <dgm:spPr/>
      <dgm:t>
        <a:bodyPr/>
        <a:lstStyle/>
        <a:p>
          <a:pPr>
            <a:lnSpc>
              <a:spcPct val="100000"/>
            </a:lnSpc>
          </a:pPr>
          <a:r>
            <a:rPr lang="en-US" dirty="0"/>
            <a:t>04 . Insights &amp; </a:t>
          </a:r>
          <a:r>
            <a:rPr lang="en-US" b="0" dirty="0"/>
            <a:t>Proposed Improvements</a:t>
          </a:r>
        </a:p>
      </dgm:t>
    </dgm:pt>
    <dgm:pt modelId="{BAA54E92-5F77-43A4-B44D-F0C1E0341E20}" type="parTrans" cxnId="{25D6C568-0001-4967-8D02-9F9A3212FCF2}">
      <dgm:prSet/>
      <dgm:spPr/>
      <dgm:t>
        <a:bodyPr/>
        <a:lstStyle/>
        <a:p>
          <a:endParaRPr lang="en-US"/>
        </a:p>
      </dgm:t>
    </dgm:pt>
    <dgm:pt modelId="{8868AD77-AB2F-4E6C-B46B-8284F0122DE2}" type="sibTrans" cxnId="{25D6C568-0001-4967-8D02-9F9A3212FCF2}">
      <dgm:prSet/>
      <dgm:spPr/>
      <dgm:t>
        <a:bodyPr/>
        <a:lstStyle/>
        <a:p>
          <a:endParaRPr lang="en-US"/>
        </a:p>
      </dgm:t>
    </dgm:pt>
    <dgm:pt modelId="{997FE32C-059B-4483-B15B-31A27E28A4C0}">
      <dgm:prSet/>
      <dgm:spPr/>
      <dgm:t>
        <a:bodyPr/>
        <a:lstStyle/>
        <a:p>
          <a:pPr>
            <a:lnSpc>
              <a:spcPct val="100000"/>
            </a:lnSpc>
          </a:pPr>
          <a:r>
            <a:rPr lang="en-US"/>
            <a:t>05 . Conclusion</a:t>
          </a:r>
        </a:p>
      </dgm:t>
    </dgm:pt>
    <dgm:pt modelId="{B504BB41-629C-4E6D-B1EE-F05B9361531A}" type="parTrans" cxnId="{FF16CF95-AF20-4657-B10D-E24DB612ED52}">
      <dgm:prSet/>
      <dgm:spPr/>
      <dgm:t>
        <a:bodyPr/>
        <a:lstStyle/>
        <a:p>
          <a:endParaRPr lang="en-US"/>
        </a:p>
      </dgm:t>
    </dgm:pt>
    <dgm:pt modelId="{FA803F91-AA97-4F8F-ACC7-138ACD518C75}" type="sibTrans" cxnId="{FF16CF95-AF20-4657-B10D-E24DB612ED52}">
      <dgm:prSet/>
      <dgm:spPr/>
      <dgm:t>
        <a:bodyPr/>
        <a:lstStyle/>
        <a:p>
          <a:endParaRPr lang="en-US"/>
        </a:p>
      </dgm:t>
    </dgm:pt>
    <dgm:pt modelId="{470522BE-7A9A-4653-BD81-24E855B784E7}" type="pres">
      <dgm:prSet presAssocID="{83400D00-9F18-49BF-964A-71DC0E473B9C}" presName="root" presStyleCnt="0">
        <dgm:presLayoutVars>
          <dgm:dir/>
          <dgm:resizeHandles val="exact"/>
        </dgm:presLayoutVars>
      </dgm:prSet>
      <dgm:spPr/>
    </dgm:pt>
    <dgm:pt modelId="{101FDEC5-FA76-40A1-B830-4C6A38420C89}" type="pres">
      <dgm:prSet presAssocID="{627AC598-D587-49DD-8656-7276D2FF51C3}" presName="compNode" presStyleCnt="0"/>
      <dgm:spPr/>
    </dgm:pt>
    <dgm:pt modelId="{510DCF42-A71B-4ED5-A006-3504A7E9EBC3}" type="pres">
      <dgm:prSet presAssocID="{627AC598-D587-49DD-8656-7276D2FF51C3}" presName="bgRect" presStyleLbl="bgShp" presStyleIdx="0" presStyleCnt="5"/>
      <dgm:spPr/>
    </dgm:pt>
    <dgm:pt modelId="{F051D05A-4736-4398-8590-FB50D6FCC7E4}" type="pres">
      <dgm:prSet presAssocID="{627AC598-D587-49DD-8656-7276D2FF51C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cket"/>
        </a:ext>
      </dgm:extLst>
    </dgm:pt>
    <dgm:pt modelId="{D620EFEE-4F16-4A0A-9F0B-D41A4A4E9C90}" type="pres">
      <dgm:prSet presAssocID="{627AC598-D587-49DD-8656-7276D2FF51C3}" presName="spaceRect" presStyleCnt="0"/>
      <dgm:spPr/>
    </dgm:pt>
    <dgm:pt modelId="{E0768EA6-4B68-4284-BD03-C8F784215374}" type="pres">
      <dgm:prSet presAssocID="{627AC598-D587-49DD-8656-7276D2FF51C3}" presName="parTx" presStyleLbl="revTx" presStyleIdx="0" presStyleCnt="5">
        <dgm:presLayoutVars>
          <dgm:chMax val="0"/>
          <dgm:chPref val="0"/>
        </dgm:presLayoutVars>
      </dgm:prSet>
      <dgm:spPr/>
    </dgm:pt>
    <dgm:pt modelId="{54A01E9B-21CB-4972-A586-77986E4BEB51}" type="pres">
      <dgm:prSet presAssocID="{1FBA0DB6-0220-4213-B52A-69C71665F21D}" presName="sibTrans" presStyleCnt="0"/>
      <dgm:spPr/>
    </dgm:pt>
    <dgm:pt modelId="{481898F1-9175-4D78-935E-12D115A5BA04}" type="pres">
      <dgm:prSet presAssocID="{874DE9B8-C63C-4788-8D23-E2C0396F2E41}" presName="compNode" presStyleCnt="0"/>
      <dgm:spPr/>
    </dgm:pt>
    <dgm:pt modelId="{FCB874DB-4E32-4676-BCB8-5AE1B505EBBF}" type="pres">
      <dgm:prSet presAssocID="{874DE9B8-C63C-4788-8D23-E2C0396F2E41}" presName="bgRect" presStyleLbl="bgShp" presStyleIdx="1" presStyleCnt="5"/>
      <dgm:spPr/>
    </dgm:pt>
    <dgm:pt modelId="{7F729373-FCDB-4DD7-A990-6B3F72E6E26A}" type="pres">
      <dgm:prSet presAssocID="{874DE9B8-C63C-4788-8D23-E2C0396F2E4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uzzle"/>
        </a:ext>
      </dgm:extLst>
    </dgm:pt>
    <dgm:pt modelId="{FB8981C2-AD31-4C45-990C-65B0E93F9359}" type="pres">
      <dgm:prSet presAssocID="{874DE9B8-C63C-4788-8D23-E2C0396F2E41}" presName="spaceRect" presStyleCnt="0"/>
      <dgm:spPr/>
    </dgm:pt>
    <dgm:pt modelId="{3EA78EC2-C50A-4584-8F0A-307899C1335B}" type="pres">
      <dgm:prSet presAssocID="{874DE9B8-C63C-4788-8D23-E2C0396F2E41}" presName="parTx" presStyleLbl="revTx" presStyleIdx="1" presStyleCnt="5">
        <dgm:presLayoutVars>
          <dgm:chMax val="0"/>
          <dgm:chPref val="0"/>
        </dgm:presLayoutVars>
      </dgm:prSet>
      <dgm:spPr/>
    </dgm:pt>
    <dgm:pt modelId="{30A71745-E1DF-4553-AD49-6282674952B5}" type="pres">
      <dgm:prSet presAssocID="{A5633BEF-3349-45B1-AED0-D73D46116765}" presName="sibTrans" presStyleCnt="0"/>
      <dgm:spPr/>
    </dgm:pt>
    <dgm:pt modelId="{3839DE9E-DE96-4D0A-93C0-0E89DC031112}" type="pres">
      <dgm:prSet presAssocID="{6EA34FA2-3A34-4513-B969-96741E005D7E}" presName="compNode" presStyleCnt="0"/>
      <dgm:spPr/>
    </dgm:pt>
    <dgm:pt modelId="{8D2F456D-DA19-49B6-87EA-6440A17794C7}" type="pres">
      <dgm:prSet presAssocID="{6EA34FA2-3A34-4513-B969-96741E005D7E}" presName="bgRect" presStyleLbl="bgShp" presStyleIdx="2" presStyleCnt="5"/>
      <dgm:spPr/>
    </dgm:pt>
    <dgm:pt modelId="{8B819EAD-A47B-4BBC-9B9B-1D19B9E4F1E4}" type="pres">
      <dgm:prSet presAssocID="{6EA34FA2-3A34-4513-B969-96741E005D7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llseye"/>
        </a:ext>
      </dgm:extLst>
    </dgm:pt>
    <dgm:pt modelId="{B93595E7-1C18-4314-923E-FF87AFBE10E1}" type="pres">
      <dgm:prSet presAssocID="{6EA34FA2-3A34-4513-B969-96741E005D7E}" presName="spaceRect" presStyleCnt="0"/>
      <dgm:spPr/>
    </dgm:pt>
    <dgm:pt modelId="{691671FF-0D5A-4CE8-A8C8-F6EE3A47A7CF}" type="pres">
      <dgm:prSet presAssocID="{6EA34FA2-3A34-4513-B969-96741E005D7E}" presName="parTx" presStyleLbl="revTx" presStyleIdx="2" presStyleCnt="5">
        <dgm:presLayoutVars>
          <dgm:chMax val="0"/>
          <dgm:chPref val="0"/>
        </dgm:presLayoutVars>
      </dgm:prSet>
      <dgm:spPr/>
    </dgm:pt>
    <dgm:pt modelId="{332063D8-587D-4361-883D-DD07CD690266}" type="pres">
      <dgm:prSet presAssocID="{62693163-863E-4465-8486-50FA6D241A25}" presName="sibTrans" presStyleCnt="0"/>
      <dgm:spPr/>
    </dgm:pt>
    <dgm:pt modelId="{F0E1A93C-5BFD-4281-8C0E-55882A4E7972}" type="pres">
      <dgm:prSet presAssocID="{48146D92-0161-4312-9F71-6F068CAEEB68}" presName="compNode" presStyleCnt="0"/>
      <dgm:spPr/>
    </dgm:pt>
    <dgm:pt modelId="{833E0428-255B-4EC2-8DFB-963B38A2A4D7}" type="pres">
      <dgm:prSet presAssocID="{48146D92-0161-4312-9F71-6F068CAEEB68}" presName="bgRect" presStyleLbl="bgShp" presStyleIdx="3" presStyleCnt="5"/>
      <dgm:spPr/>
    </dgm:pt>
    <dgm:pt modelId="{7E722977-A2AF-443C-A84B-C4DA3A0EF4BC}" type="pres">
      <dgm:prSet presAssocID="{48146D92-0161-4312-9F71-6F068CAEEB6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gnifying glass"/>
        </a:ext>
      </dgm:extLst>
    </dgm:pt>
    <dgm:pt modelId="{492EC525-D7EF-45BC-B075-859037F28B6A}" type="pres">
      <dgm:prSet presAssocID="{48146D92-0161-4312-9F71-6F068CAEEB68}" presName="spaceRect" presStyleCnt="0"/>
      <dgm:spPr/>
    </dgm:pt>
    <dgm:pt modelId="{618269EF-5B1F-4696-9123-D413F5CF5666}" type="pres">
      <dgm:prSet presAssocID="{48146D92-0161-4312-9F71-6F068CAEEB68}" presName="parTx" presStyleLbl="revTx" presStyleIdx="3" presStyleCnt="5">
        <dgm:presLayoutVars>
          <dgm:chMax val="0"/>
          <dgm:chPref val="0"/>
        </dgm:presLayoutVars>
      </dgm:prSet>
      <dgm:spPr/>
    </dgm:pt>
    <dgm:pt modelId="{D1C74DF0-1E98-4EC5-AEDD-289B534FC1EF}" type="pres">
      <dgm:prSet presAssocID="{8868AD77-AB2F-4E6C-B46B-8284F0122DE2}" presName="sibTrans" presStyleCnt="0"/>
      <dgm:spPr/>
    </dgm:pt>
    <dgm:pt modelId="{8FC16CB9-353B-4448-9A6D-6A6E949B164A}" type="pres">
      <dgm:prSet presAssocID="{997FE32C-059B-4483-B15B-31A27E28A4C0}" presName="compNode" presStyleCnt="0"/>
      <dgm:spPr/>
    </dgm:pt>
    <dgm:pt modelId="{567A906F-40E7-41D7-B9EF-4CF1FA379293}" type="pres">
      <dgm:prSet presAssocID="{997FE32C-059B-4483-B15B-31A27E28A4C0}" presName="bgRect" presStyleLbl="bgShp" presStyleIdx="4" presStyleCnt="5"/>
      <dgm:spPr/>
    </dgm:pt>
    <dgm:pt modelId="{50837074-794B-4308-B478-DD0E70E3B5D2}" type="pres">
      <dgm:prSet presAssocID="{997FE32C-059B-4483-B15B-31A27E28A4C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ightbulb"/>
        </a:ext>
      </dgm:extLst>
    </dgm:pt>
    <dgm:pt modelId="{141082F9-3B91-4F89-92BB-DCDF56BA7AC8}" type="pres">
      <dgm:prSet presAssocID="{997FE32C-059B-4483-B15B-31A27E28A4C0}" presName="spaceRect" presStyleCnt="0"/>
      <dgm:spPr/>
    </dgm:pt>
    <dgm:pt modelId="{FC094E24-2C01-4136-AD53-5A2565F0206A}" type="pres">
      <dgm:prSet presAssocID="{997FE32C-059B-4483-B15B-31A27E28A4C0}" presName="parTx" presStyleLbl="revTx" presStyleIdx="4" presStyleCnt="5">
        <dgm:presLayoutVars>
          <dgm:chMax val="0"/>
          <dgm:chPref val="0"/>
        </dgm:presLayoutVars>
      </dgm:prSet>
      <dgm:spPr/>
    </dgm:pt>
  </dgm:ptLst>
  <dgm:cxnLst>
    <dgm:cxn modelId="{C0E8AE3A-CBBF-4ED5-A440-3169E187CC85}" type="presOf" srcId="{83400D00-9F18-49BF-964A-71DC0E473B9C}" destId="{470522BE-7A9A-4653-BD81-24E855B784E7}" srcOrd="0" destOrd="0" presId="urn:microsoft.com/office/officeart/2018/2/layout/IconVerticalSolidList"/>
    <dgm:cxn modelId="{D8D84A3B-F7D6-4BF2-8EF0-FB99E52E4495}" type="presOf" srcId="{627AC598-D587-49DD-8656-7276D2FF51C3}" destId="{E0768EA6-4B68-4284-BD03-C8F784215374}" srcOrd="0" destOrd="0" presId="urn:microsoft.com/office/officeart/2018/2/layout/IconVerticalSolidList"/>
    <dgm:cxn modelId="{25D6C568-0001-4967-8D02-9F9A3212FCF2}" srcId="{83400D00-9F18-49BF-964A-71DC0E473B9C}" destId="{48146D92-0161-4312-9F71-6F068CAEEB68}" srcOrd="3" destOrd="0" parTransId="{BAA54E92-5F77-43A4-B44D-F0C1E0341E20}" sibTransId="{8868AD77-AB2F-4E6C-B46B-8284F0122DE2}"/>
    <dgm:cxn modelId="{90229F4B-59FA-4AD7-84FB-58F35546A49A}" srcId="{83400D00-9F18-49BF-964A-71DC0E473B9C}" destId="{6EA34FA2-3A34-4513-B969-96741E005D7E}" srcOrd="2" destOrd="0" parTransId="{C9AB6F40-8B3C-4A00-8AF1-F8224C0CCF78}" sibTransId="{62693163-863E-4465-8486-50FA6D241A25}"/>
    <dgm:cxn modelId="{17C26A79-90D7-4351-9F6F-7FA4BE0400E2}" type="presOf" srcId="{874DE9B8-C63C-4788-8D23-E2C0396F2E41}" destId="{3EA78EC2-C50A-4584-8F0A-307899C1335B}" srcOrd="0" destOrd="0" presId="urn:microsoft.com/office/officeart/2018/2/layout/IconVerticalSolidList"/>
    <dgm:cxn modelId="{FF16CF95-AF20-4657-B10D-E24DB612ED52}" srcId="{83400D00-9F18-49BF-964A-71DC0E473B9C}" destId="{997FE32C-059B-4483-B15B-31A27E28A4C0}" srcOrd="4" destOrd="0" parTransId="{B504BB41-629C-4E6D-B1EE-F05B9361531A}" sibTransId="{FA803F91-AA97-4F8F-ACC7-138ACD518C75}"/>
    <dgm:cxn modelId="{A7FF55CC-9563-4EE5-934C-B6825EC7FA90}" srcId="{83400D00-9F18-49BF-964A-71DC0E473B9C}" destId="{627AC598-D587-49DD-8656-7276D2FF51C3}" srcOrd="0" destOrd="0" parTransId="{91C4ACB0-8207-401F-8C2A-4BDEAACED588}" sibTransId="{1FBA0DB6-0220-4213-B52A-69C71665F21D}"/>
    <dgm:cxn modelId="{1B1DADD4-08E5-4364-815E-FF19F5A8B1D9}" srcId="{83400D00-9F18-49BF-964A-71DC0E473B9C}" destId="{874DE9B8-C63C-4788-8D23-E2C0396F2E41}" srcOrd="1" destOrd="0" parTransId="{8DD70BD8-56F9-43C1-B7E7-69DD113D4413}" sibTransId="{A5633BEF-3349-45B1-AED0-D73D46116765}"/>
    <dgm:cxn modelId="{8D7545DB-044D-4372-85E9-65CD0D5568E9}" type="presOf" srcId="{48146D92-0161-4312-9F71-6F068CAEEB68}" destId="{618269EF-5B1F-4696-9123-D413F5CF5666}" srcOrd="0" destOrd="0" presId="urn:microsoft.com/office/officeart/2018/2/layout/IconVerticalSolidList"/>
    <dgm:cxn modelId="{E0B6EBE9-3925-4A20-BA5D-F56ABF59DB7E}" type="presOf" srcId="{6EA34FA2-3A34-4513-B969-96741E005D7E}" destId="{691671FF-0D5A-4CE8-A8C8-F6EE3A47A7CF}" srcOrd="0" destOrd="0" presId="urn:microsoft.com/office/officeart/2018/2/layout/IconVerticalSolidList"/>
    <dgm:cxn modelId="{E423B7F2-755F-48FE-A014-3C9048968414}" type="presOf" srcId="{997FE32C-059B-4483-B15B-31A27E28A4C0}" destId="{FC094E24-2C01-4136-AD53-5A2565F0206A}" srcOrd="0" destOrd="0" presId="urn:microsoft.com/office/officeart/2018/2/layout/IconVerticalSolidList"/>
    <dgm:cxn modelId="{7445E217-5390-4EE5-8C47-CAE5C695420A}" type="presParOf" srcId="{470522BE-7A9A-4653-BD81-24E855B784E7}" destId="{101FDEC5-FA76-40A1-B830-4C6A38420C89}" srcOrd="0" destOrd="0" presId="urn:microsoft.com/office/officeart/2018/2/layout/IconVerticalSolidList"/>
    <dgm:cxn modelId="{DA6828CF-4CBB-4321-A3D5-2C0779928086}" type="presParOf" srcId="{101FDEC5-FA76-40A1-B830-4C6A38420C89}" destId="{510DCF42-A71B-4ED5-A006-3504A7E9EBC3}" srcOrd="0" destOrd="0" presId="urn:microsoft.com/office/officeart/2018/2/layout/IconVerticalSolidList"/>
    <dgm:cxn modelId="{41F4BFA4-6817-4BA4-A99E-19F66195C2DE}" type="presParOf" srcId="{101FDEC5-FA76-40A1-B830-4C6A38420C89}" destId="{F051D05A-4736-4398-8590-FB50D6FCC7E4}" srcOrd="1" destOrd="0" presId="urn:microsoft.com/office/officeart/2018/2/layout/IconVerticalSolidList"/>
    <dgm:cxn modelId="{A6E20542-1802-4D98-8568-58650E3D0AFA}" type="presParOf" srcId="{101FDEC5-FA76-40A1-B830-4C6A38420C89}" destId="{D620EFEE-4F16-4A0A-9F0B-D41A4A4E9C90}" srcOrd="2" destOrd="0" presId="urn:microsoft.com/office/officeart/2018/2/layout/IconVerticalSolidList"/>
    <dgm:cxn modelId="{9F9F7FEA-A0D2-4725-80DE-B084B5610E11}" type="presParOf" srcId="{101FDEC5-FA76-40A1-B830-4C6A38420C89}" destId="{E0768EA6-4B68-4284-BD03-C8F784215374}" srcOrd="3" destOrd="0" presId="urn:microsoft.com/office/officeart/2018/2/layout/IconVerticalSolidList"/>
    <dgm:cxn modelId="{D892BAD8-AC95-4C60-A98E-6E97F263D099}" type="presParOf" srcId="{470522BE-7A9A-4653-BD81-24E855B784E7}" destId="{54A01E9B-21CB-4972-A586-77986E4BEB51}" srcOrd="1" destOrd="0" presId="urn:microsoft.com/office/officeart/2018/2/layout/IconVerticalSolidList"/>
    <dgm:cxn modelId="{CAB70C71-1395-4CB7-AC22-3D6927A374CA}" type="presParOf" srcId="{470522BE-7A9A-4653-BD81-24E855B784E7}" destId="{481898F1-9175-4D78-935E-12D115A5BA04}" srcOrd="2" destOrd="0" presId="urn:microsoft.com/office/officeart/2018/2/layout/IconVerticalSolidList"/>
    <dgm:cxn modelId="{C950599E-D324-4A02-B9CF-93A84648AEBB}" type="presParOf" srcId="{481898F1-9175-4D78-935E-12D115A5BA04}" destId="{FCB874DB-4E32-4676-BCB8-5AE1B505EBBF}" srcOrd="0" destOrd="0" presId="urn:microsoft.com/office/officeart/2018/2/layout/IconVerticalSolidList"/>
    <dgm:cxn modelId="{1BD4EDBD-537C-441A-BA85-8C9244912F90}" type="presParOf" srcId="{481898F1-9175-4D78-935E-12D115A5BA04}" destId="{7F729373-FCDB-4DD7-A990-6B3F72E6E26A}" srcOrd="1" destOrd="0" presId="urn:microsoft.com/office/officeart/2018/2/layout/IconVerticalSolidList"/>
    <dgm:cxn modelId="{7BDDB647-557C-4675-B236-D2C3944E96BA}" type="presParOf" srcId="{481898F1-9175-4D78-935E-12D115A5BA04}" destId="{FB8981C2-AD31-4C45-990C-65B0E93F9359}" srcOrd="2" destOrd="0" presId="urn:microsoft.com/office/officeart/2018/2/layout/IconVerticalSolidList"/>
    <dgm:cxn modelId="{C20F56EF-4104-4BB5-B8D0-AFC960F48B9F}" type="presParOf" srcId="{481898F1-9175-4D78-935E-12D115A5BA04}" destId="{3EA78EC2-C50A-4584-8F0A-307899C1335B}" srcOrd="3" destOrd="0" presId="urn:microsoft.com/office/officeart/2018/2/layout/IconVerticalSolidList"/>
    <dgm:cxn modelId="{7221938B-F468-48D7-A5E0-30CBC879C03A}" type="presParOf" srcId="{470522BE-7A9A-4653-BD81-24E855B784E7}" destId="{30A71745-E1DF-4553-AD49-6282674952B5}" srcOrd="3" destOrd="0" presId="urn:microsoft.com/office/officeart/2018/2/layout/IconVerticalSolidList"/>
    <dgm:cxn modelId="{129AFB9C-CB3F-40B1-94A3-D9231DE7CBD0}" type="presParOf" srcId="{470522BE-7A9A-4653-BD81-24E855B784E7}" destId="{3839DE9E-DE96-4D0A-93C0-0E89DC031112}" srcOrd="4" destOrd="0" presId="urn:microsoft.com/office/officeart/2018/2/layout/IconVerticalSolidList"/>
    <dgm:cxn modelId="{A5F60589-5B2E-43E4-BEC6-0736B048E415}" type="presParOf" srcId="{3839DE9E-DE96-4D0A-93C0-0E89DC031112}" destId="{8D2F456D-DA19-49B6-87EA-6440A17794C7}" srcOrd="0" destOrd="0" presId="urn:microsoft.com/office/officeart/2018/2/layout/IconVerticalSolidList"/>
    <dgm:cxn modelId="{9EA6BAA3-D846-467D-907C-590B2C42B2ED}" type="presParOf" srcId="{3839DE9E-DE96-4D0A-93C0-0E89DC031112}" destId="{8B819EAD-A47B-4BBC-9B9B-1D19B9E4F1E4}" srcOrd="1" destOrd="0" presId="urn:microsoft.com/office/officeart/2018/2/layout/IconVerticalSolidList"/>
    <dgm:cxn modelId="{FEA88325-5A73-4C0C-B266-AC599FCD052C}" type="presParOf" srcId="{3839DE9E-DE96-4D0A-93C0-0E89DC031112}" destId="{B93595E7-1C18-4314-923E-FF87AFBE10E1}" srcOrd="2" destOrd="0" presId="urn:microsoft.com/office/officeart/2018/2/layout/IconVerticalSolidList"/>
    <dgm:cxn modelId="{55701448-6D42-4090-A227-B11A381281A1}" type="presParOf" srcId="{3839DE9E-DE96-4D0A-93C0-0E89DC031112}" destId="{691671FF-0D5A-4CE8-A8C8-F6EE3A47A7CF}" srcOrd="3" destOrd="0" presId="urn:microsoft.com/office/officeart/2018/2/layout/IconVerticalSolidList"/>
    <dgm:cxn modelId="{CFA75F88-21BE-4EDC-BFE5-B302335781F9}" type="presParOf" srcId="{470522BE-7A9A-4653-BD81-24E855B784E7}" destId="{332063D8-587D-4361-883D-DD07CD690266}" srcOrd="5" destOrd="0" presId="urn:microsoft.com/office/officeart/2018/2/layout/IconVerticalSolidList"/>
    <dgm:cxn modelId="{77F413B4-8295-4570-96F4-E4E5E60F8DB9}" type="presParOf" srcId="{470522BE-7A9A-4653-BD81-24E855B784E7}" destId="{F0E1A93C-5BFD-4281-8C0E-55882A4E7972}" srcOrd="6" destOrd="0" presId="urn:microsoft.com/office/officeart/2018/2/layout/IconVerticalSolidList"/>
    <dgm:cxn modelId="{06DDB8F3-AA73-4205-A3C5-5650CE747EF9}" type="presParOf" srcId="{F0E1A93C-5BFD-4281-8C0E-55882A4E7972}" destId="{833E0428-255B-4EC2-8DFB-963B38A2A4D7}" srcOrd="0" destOrd="0" presId="urn:microsoft.com/office/officeart/2018/2/layout/IconVerticalSolidList"/>
    <dgm:cxn modelId="{CDFD4CFC-7966-4E2D-B8F6-1781DB2E9F72}" type="presParOf" srcId="{F0E1A93C-5BFD-4281-8C0E-55882A4E7972}" destId="{7E722977-A2AF-443C-A84B-C4DA3A0EF4BC}" srcOrd="1" destOrd="0" presId="urn:microsoft.com/office/officeart/2018/2/layout/IconVerticalSolidList"/>
    <dgm:cxn modelId="{99A47A0F-59CD-4AD5-81A2-572118344447}" type="presParOf" srcId="{F0E1A93C-5BFD-4281-8C0E-55882A4E7972}" destId="{492EC525-D7EF-45BC-B075-859037F28B6A}" srcOrd="2" destOrd="0" presId="urn:microsoft.com/office/officeart/2018/2/layout/IconVerticalSolidList"/>
    <dgm:cxn modelId="{C9761D87-5978-4F2A-8323-6E9921DD6259}" type="presParOf" srcId="{F0E1A93C-5BFD-4281-8C0E-55882A4E7972}" destId="{618269EF-5B1F-4696-9123-D413F5CF5666}" srcOrd="3" destOrd="0" presId="urn:microsoft.com/office/officeart/2018/2/layout/IconVerticalSolidList"/>
    <dgm:cxn modelId="{0E6B507C-D57E-406E-A08B-CF7955DBC16F}" type="presParOf" srcId="{470522BE-7A9A-4653-BD81-24E855B784E7}" destId="{D1C74DF0-1E98-4EC5-AEDD-289B534FC1EF}" srcOrd="7" destOrd="0" presId="urn:microsoft.com/office/officeart/2018/2/layout/IconVerticalSolidList"/>
    <dgm:cxn modelId="{E17E08BB-047C-4AF0-9682-482DBA78390F}" type="presParOf" srcId="{470522BE-7A9A-4653-BD81-24E855B784E7}" destId="{8FC16CB9-353B-4448-9A6D-6A6E949B164A}" srcOrd="8" destOrd="0" presId="urn:microsoft.com/office/officeart/2018/2/layout/IconVerticalSolidList"/>
    <dgm:cxn modelId="{52C609C8-664B-4EFA-A145-4ABBFC2E1A86}" type="presParOf" srcId="{8FC16CB9-353B-4448-9A6D-6A6E949B164A}" destId="{567A906F-40E7-41D7-B9EF-4CF1FA379293}" srcOrd="0" destOrd="0" presId="urn:microsoft.com/office/officeart/2018/2/layout/IconVerticalSolidList"/>
    <dgm:cxn modelId="{E7C8D08C-771A-4DB7-B7A9-44B0899FC35C}" type="presParOf" srcId="{8FC16CB9-353B-4448-9A6D-6A6E949B164A}" destId="{50837074-794B-4308-B478-DD0E70E3B5D2}" srcOrd="1" destOrd="0" presId="urn:microsoft.com/office/officeart/2018/2/layout/IconVerticalSolidList"/>
    <dgm:cxn modelId="{C1CAD395-34DA-4766-A607-D5E02047D834}" type="presParOf" srcId="{8FC16CB9-353B-4448-9A6D-6A6E949B164A}" destId="{141082F9-3B91-4F89-92BB-DCDF56BA7AC8}" srcOrd="2" destOrd="0" presId="urn:microsoft.com/office/officeart/2018/2/layout/IconVerticalSolidList"/>
    <dgm:cxn modelId="{1C2F0BEB-D7CE-432F-9F09-C5CC8109DBA0}" type="presParOf" srcId="{8FC16CB9-353B-4448-9A6D-6A6E949B164A}" destId="{FC094E24-2C01-4136-AD53-5A2565F0206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0DCF42-A71B-4ED5-A006-3504A7E9EBC3}">
      <dsp:nvSpPr>
        <dsp:cNvPr id="0" name=""/>
        <dsp:cNvSpPr/>
      </dsp:nvSpPr>
      <dsp:spPr>
        <a:xfrm>
          <a:off x="0" y="4366"/>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51D05A-4736-4398-8590-FB50D6FCC7E4}">
      <dsp:nvSpPr>
        <dsp:cNvPr id="0" name=""/>
        <dsp:cNvSpPr/>
      </dsp:nvSpPr>
      <dsp:spPr>
        <a:xfrm>
          <a:off x="281355" y="213639"/>
          <a:ext cx="511556" cy="5115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768EA6-4B68-4284-BD03-C8F784215374}">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100000"/>
            </a:lnSpc>
            <a:spcBef>
              <a:spcPct val="0"/>
            </a:spcBef>
            <a:spcAft>
              <a:spcPct val="35000"/>
            </a:spcAft>
            <a:buNone/>
          </a:pPr>
          <a:r>
            <a:rPr lang="en-US" sz="1900" kern="1200"/>
            <a:t>01 . Introduction</a:t>
          </a:r>
        </a:p>
      </dsp:txBody>
      <dsp:txXfrm>
        <a:off x="1074268" y="4366"/>
        <a:ext cx="5170996" cy="930102"/>
      </dsp:txXfrm>
    </dsp:sp>
    <dsp:sp modelId="{FCB874DB-4E32-4676-BCB8-5AE1B505EBBF}">
      <dsp:nvSpPr>
        <dsp:cNvPr id="0" name=""/>
        <dsp:cNvSpPr/>
      </dsp:nvSpPr>
      <dsp:spPr>
        <a:xfrm>
          <a:off x="0" y="1166994"/>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729373-FCDB-4DD7-A990-6B3F72E6E26A}">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A78EC2-C50A-4584-8F0A-307899C1335B}">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100000"/>
            </a:lnSpc>
            <a:spcBef>
              <a:spcPct val="0"/>
            </a:spcBef>
            <a:spcAft>
              <a:spcPct val="35000"/>
            </a:spcAft>
            <a:buNone/>
          </a:pPr>
          <a:r>
            <a:rPr lang="en-US" sz="1900" kern="1200"/>
            <a:t>02 . Overview</a:t>
          </a:r>
        </a:p>
      </dsp:txBody>
      <dsp:txXfrm>
        <a:off x="1074268" y="1166994"/>
        <a:ext cx="5170996" cy="930102"/>
      </dsp:txXfrm>
    </dsp:sp>
    <dsp:sp modelId="{8D2F456D-DA19-49B6-87EA-6440A17794C7}">
      <dsp:nvSpPr>
        <dsp:cNvPr id="0" name=""/>
        <dsp:cNvSpPr/>
      </dsp:nvSpPr>
      <dsp:spPr>
        <a:xfrm>
          <a:off x="0" y="2329622"/>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819EAD-A47B-4BBC-9B9B-1D19B9E4F1E4}">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1671FF-0D5A-4CE8-A8C8-F6EE3A47A7CF}">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100000"/>
            </a:lnSpc>
            <a:spcBef>
              <a:spcPct val="0"/>
            </a:spcBef>
            <a:spcAft>
              <a:spcPct val="35000"/>
            </a:spcAft>
            <a:buNone/>
          </a:pPr>
          <a:r>
            <a:rPr lang="en-US" sz="1900" kern="1200"/>
            <a:t>03 . KPI’S</a:t>
          </a:r>
        </a:p>
      </dsp:txBody>
      <dsp:txXfrm>
        <a:off x="1074268" y="2329622"/>
        <a:ext cx="5170996" cy="930102"/>
      </dsp:txXfrm>
    </dsp:sp>
    <dsp:sp modelId="{833E0428-255B-4EC2-8DFB-963B38A2A4D7}">
      <dsp:nvSpPr>
        <dsp:cNvPr id="0" name=""/>
        <dsp:cNvSpPr/>
      </dsp:nvSpPr>
      <dsp:spPr>
        <a:xfrm>
          <a:off x="0" y="3492250"/>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722977-A2AF-443C-A84B-C4DA3A0EF4BC}">
      <dsp:nvSpPr>
        <dsp:cNvPr id="0" name=""/>
        <dsp:cNvSpPr/>
      </dsp:nvSpPr>
      <dsp:spPr>
        <a:xfrm>
          <a:off x="281355" y="3701523"/>
          <a:ext cx="511556" cy="5115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8269EF-5B1F-4696-9123-D413F5CF5666}">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100000"/>
            </a:lnSpc>
            <a:spcBef>
              <a:spcPct val="0"/>
            </a:spcBef>
            <a:spcAft>
              <a:spcPct val="35000"/>
            </a:spcAft>
            <a:buNone/>
          </a:pPr>
          <a:r>
            <a:rPr lang="en-US" sz="1900" kern="1200" dirty="0"/>
            <a:t>04 . Insights &amp; </a:t>
          </a:r>
          <a:r>
            <a:rPr lang="en-US" sz="1900" b="0" kern="1200" dirty="0"/>
            <a:t>Proposed Improvements</a:t>
          </a:r>
        </a:p>
      </dsp:txBody>
      <dsp:txXfrm>
        <a:off x="1074268" y="3492250"/>
        <a:ext cx="5170996" cy="930102"/>
      </dsp:txXfrm>
    </dsp:sp>
    <dsp:sp modelId="{567A906F-40E7-41D7-B9EF-4CF1FA379293}">
      <dsp:nvSpPr>
        <dsp:cNvPr id="0" name=""/>
        <dsp:cNvSpPr/>
      </dsp:nvSpPr>
      <dsp:spPr>
        <a:xfrm>
          <a:off x="0" y="4654878"/>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837074-794B-4308-B478-DD0E70E3B5D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C094E24-2C01-4136-AD53-5A2565F0206A}">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100000"/>
            </a:lnSpc>
            <a:spcBef>
              <a:spcPct val="0"/>
            </a:spcBef>
            <a:spcAft>
              <a:spcPct val="35000"/>
            </a:spcAft>
            <a:buNone/>
          </a:pPr>
          <a:r>
            <a:rPr lang="en-US" sz="1900" kern="1200"/>
            <a:t>05 . Conclusion</a:t>
          </a:r>
        </a:p>
      </dsp:txBody>
      <dsp:txXfrm>
        <a:off x="1074268" y="4654878"/>
        <a:ext cx="5170996" cy="9301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41A16-4271-87B2-F52D-077DF8950E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AECA865-F17F-B082-C0E0-B65F048127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85792A-4CC7-64B0-F13A-8582F53FEF19}"/>
              </a:ext>
            </a:extLst>
          </p:cNvPr>
          <p:cNvSpPr>
            <a:spLocks noGrp="1"/>
          </p:cNvSpPr>
          <p:nvPr>
            <p:ph type="dt" sz="half" idx="10"/>
          </p:nvPr>
        </p:nvSpPr>
        <p:spPr/>
        <p:txBody>
          <a:bodyPr/>
          <a:lstStyle/>
          <a:p>
            <a:fld id="{3E6A064B-2822-4BDA-858D-A299A02471AA}" type="datetimeFigureOut">
              <a:rPr lang="en-US" smtClean="0"/>
              <a:t>11/7/2025</a:t>
            </a:fld>
            <a:endParaRPr lang="en-US"/>
          </a:p>
        </p:txBody>
      </p:sp>
      <p:sp>
        <p:nvSpPr>
          <p:cNvPr id="5" name="Footer Placeholder 4">
            <a:extLst>
              <a:ext uri="{FF2B5EF4-FFF2-40B4-BE49-F238E27FC236}">
                <a16:creationId xmlns:a16="http://schemas.microsoft.com/office/drawing/2014/main" id="{C74596DE-A019-D8B8-1763-B88FC04B0D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F2C2EE-A8B1-8016-D327-ADB94CD1F601}"/>
              </a:ext>
            </a:extLst>
          </p:cNvPr>
          <p:cNvSpPr>
            <a:spLocks noGrp="1"/>
          </p:cNvSpPr>
          <p:nvPr>
            <p:ph type="sldNum" sz="quarter" idx="12"/>
          </p:nvPr>
        </p:nvSpPr>
        <p:spPr/>
        <p:txBody>
          <a:bodyPr/>
          <a:lstStyle/>
          <a:p>
            <a:fld id="{7459AFB7-1376-4C6B-8A54-B8DE3BCDC24C}" type="slidenum">
              <a:rPr lang="en-US" smtClean="0"/>
              <a:t>‹#›</a:t>
            </a:fld>
            <a:endParaRPr lang="en-US"/>
          </a:p>
        </p:txBody>
      </p:sp>
    </p:spTree>
    <p:extLst>
      <p:ext uri="{BB962C8B-B14F-4D97-AF65-F5344CB8AC3E}">
        <p14:creationId xmlns:p14="http://schemas.microsoft.com/office/powerpoint/2010/main" val="3266980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1FCBF-E978-3C4A-A348-6013BF3841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C6EE72-0AEE-BC74-F01B-41DC5BB0D9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0C7002-DFA3-13E7-4B67-015D11D74020}"/>
              </a:ext>
            </a:extLst>
          </p:cNvPr>
          <p:cNvSpPr>
            <a:spLocks noGrp="1"/>
          </p:cNvSpPr>
          <p:nvPr>
            <p:ph type="dt" sz="half" idx="10"/>
          </p:nvPr>
        </p:nvSpPr>
        <p:spPr/>
        <p:txBody>
          <a:bodyPr/>
          <a:lstStyle/>
          <a:p>
            <a:fld id="{3E6A064B-2822-4BDA-858D-A299A02471AA}" type="datetimeFigureOut">
              <a:rPr lang="en-US" smtClean="0"/>
              <a:t>11/7/2025</a:t>
            </a:fld>
            <a:endParaRPr lang="en-US"/>
          </a:p>
        </p:txBody>
      </p:sp>
      <p:sp>
        <p:nvSpPr>
          <p:cNvPr id="5" name="Footer Placeholder 4">
            <a:extLst>
              <a:ext uri="{FF2B5EF4-FFF2-40B4-BE49-F238E27FC236}">
                <a16:creationId xmlns:a16="http://schemas.microsoft.com/office/drawing/2014/main" id="{592F3C7B-B422-A736-90B8-79A58A73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FAF0E0-B8D7-E87B-DEC6-DC5AA1A9F63E}"/>
              </a:ext>
            </a:extLst>
          </p:cNvPr>
          <p:cNvSpPr>
            <a:spLocks noGrp="1"/>
          </p:cNvSpPr>
          <p:nvPr>
            <p:ph type="sldNum" sz="quarter" idx="12"/>
          </p:nvPr>
        </p:nvSpPr>
        <p:spPr/>
        <p:txBody>
          <a:bodyPr/>
          <a:lstStyle/>
          <a:p>
            <a:fld id="{7459AFB7-1376-4C6B-8A54-B8DE3BCDC24C}" type="slidenum">
              <a:rPr lang="en-US" smtClean="0"/>
              <a:t>‹#›</a:t>
            </a:fld>
            <a:endParaRPr lang="en-US"/>
          </a:p>
        </p:txBody>
      </p:sp>
    </p:spTree>
    <p:extLst>
      <p:ext uri="{BB962C8B-B14F-4D97-AF65-F5344CB8AC3E}">
        <p14:creationId xmlns:p14="http://schemas.microsoft.com/office/powerpoint/2010/main" val="774054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D9B78-7D92-A03B-B34F-D89CF8F512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989193-ACF6-4AA9-6DF0-3714F06FA6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BDECC2-5F21-8999-4E55-3653828F1EAC}"/>
              </a:ext>
            </a:extLst>
          </p:cNvPr>
          <p:cNvSpPr>
            <a:spLocks noGrp="1"/>
          </p:cNvSpPr>
          <p:nvPr>
            <p:ph type="dt" sz="half" idx="10"/>
          </p:nvPr>
        </p:nvSpPr>
        <p:spPr/>
        <p:txBody>
          <a:bodyPr/>
          <a:lstStyle/>
          <a:p>
            <a:fld id="{3E6A064B-2822-4BDA-858D-A299A02471AA}" type="datetimeFigureOut">
              <a:rPr lang="en-US" smtClean="0"/>
              <a:t>11/7/2025</a:t>
            </a:fld>
            <a:endParaRPr lang="en-US"/>
          </a:p>
        </p:txBody>
      </p:sp>
      <p:sp>
        <p:nvSpPr>
          <p:cNvPr id="5" name="Footer Placeholder 4">
            <a:extLst>
              <a:ext uri="{FF2B5EF4-FFF2-40B4-BE49-F238E27FC236}">
                <a16:creationId xmlns:a16="http://schemas.microsoft.com/office/drawing/2014/main" id="{A69C633E-CB5E-881A-AE05-F1049D525D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7F97AC-D88A-C3AB-7FE9-4A84D86CE347}"/>
              </a:ext>
            </a:extLst>
          </p:cNvPr>
          <p:cNvSpPr>
            <a:spLocks noGrp="1"/>
          </p:cNvSpPr>
          <p:nvPr>
            <p:ph type="sldNum" sz="quarter" idx="12"/>
          </p:nvPr>
        </p:nvSpPr>
        <p:spPr/>
        <p:txBody>
          <a:bodyPr/>
          <a:lstStyle/>
          <a:p>
            <a:fld id="{7459AFB7-1376-4C6B-8A54-B8DE3BCDC24C}" type="slidenum">
              <a:rPr lang="en-US" smtClean="0"/>
              <a:t>‹#›</a:t>
            </a:fld>
            <a:endParaRPr lang="en-US"/>
          </a:p>
        </p:txBody>
      </p:sp>
    </p:spTree>
    <p:extLst>
      <p:ext uri="{BB962C8B-B14F-4D97-AF65-F5344CB8AC3E}">
        <p14:creationId xmlns:p14="http://schemas.microsoft.com/office/powerpoint/2010/main" val="1803602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557D8-DF7B-29F8-7FFB-5C28F3A16E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29BAFD-C41B-59B0-D630-59D5D5EDBA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E6FC12-55D8-4EE4-6090-B1D8A6FCBF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5DCDD7-0DC8-144B-4FC6-4715B7D53B73}"/>
              </a:ext>
            </a:extLst>
          </p:cNvPr>
          <p:cNvSpPr>
            <a:spLocks noGrp="1"/>
          </p:cNvSpPr>
          <p:nvPr>
            <p:ph type="dt" sz="half" idx="10"/>
          </p:nvPr>
        </p:nvSpPr>
        <p:spPr/>
        <p:txBody>
          <a:bodyPr/>
          <a:lstStyle/>
          <a:p>
            <a:fld id="{3E6A064B-2822-4BDA-858D-A299A02471AA}" type="datetimeFigureOut">
              <a:rPr lang="en-US" smtClean="0"/>
              <a:t>11/7/2025</a:t>
            </a:fld>
            <a:endParaRPr lang="en-US"/>
          </a:p>
        </p:txBody>
      </p:sp>
      <p:sp>
        <p:nvSpPr>
          <p:cNvPr id="6" name="Footer Placeholder 5">
            <a:extLst>
              <a:ext uri="{FF2B5EF4-FFF2-40B4-BE49-F238E27FC236}">
                <a16:creationId xmlns:a16="http://schemas.microsoft.com/office/drawing/2014/main" id="{659A3EB9-9BAA-4EEA-6990-1FBBE61B33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16A594-2556-505D-E9F3-C3F6DBCCD3D6}"/>
              </a:ext>
            </a:extLst>
          </p:cNvPr>
          <p:cNvSpPr>
            <a:spLocks noGrp="1"/>
          </p:cNvSpPr>
          <p:nvPr>
            <p:ph type="sldNum" sz="quarter" idx="12"/>
          </p:nvPr>
        </p:nvSpPr>
        <p:spPr/>
        <p:txBody>
          <a:bodyPr/>
          <a:lstStyle/>
          <a:p>
            <a:fld id="{7459AFB7-1376-4C6B-8A54-B8DE3BCDC24C}" type="slidenum">
              <a:rPr lang="en-US" smtClean="0"/>
              <a:t>‹#›</a:t>
            </a:fld>
            <a:endParaRPr lang="en-US"/>
          </a:p>
        </p:txBody>
      </p:sp>
    </p:spTree>
    <p:extLst>
      <p:ext uri="{BB962C8B-B14F-4D97-AF65-F5344CB8AC3E}">
        <p14:creationId xmlns:p14="http://schemas.microsoft.com/office/powerpoint/2010/main" val="3435202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AF320-D34A-2ED4-7019-BDF6FF9592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288222-0B89-1962-888F-ECA5CDB72F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1E873E-C009-FF07-9DBA-924902EB90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57C858-CDB9-EA52-E6D8-DBB42074F7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CBB692-D655-4ACC-1C12-849BE2BA2C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6C18A5-D656-6BAB-7159-C53D24145FC7}"/>
              </a:ext>
            </a:extLst>
          </p:cNvPr>
          <p:cNvSpPr>
            <a:spLocks noGrp="1"/>
          </p:cNvSpPr>
          <p:nvPr>
            <p:ph type="dt" sz="half" idx="10"/>
          </p:nvPr>
        </p:nvSpPr>
        <p:spPr/>
        <p:txBody>
          <a:bodyPr/>
          <a:lstStyle/>
          <a:p>
            <a:fld id="{3E6A064B-2822-4BDA-858D-A299A02471AA}" type="datetimeFigureOut">
              <a:rPr lang="en-US" smtClean="0"/>
              <a:t>11/7/2025</a:t>
            </a:fld>
            <a:endParaRPr lang="en-US"/>
          </a:p>
        </p:txBody>
      </p:sp>
      <p:sp>
        <p:nvSpPr>
          <p:cNvPr id="8" name="Footer Placeholder 7">
            <a:extLst>
              <a:ext uri="{FF2B5EF4-FFF2-40B4-BE49-F238E27FC236}">
                <a16:creationId xmlns:a16="http://schemas.microsoft.com/office/drawing/2014/main" id="{5B80BB34-18DB-95C0-8AF4-973234A9E3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B38538-269F-436C-AD9E-0C73D694E494}"/>
              </a:ext>
            </a:extLst>
          </p:cNvPr>
          <p:cNvSpPr>
            <a:spLocks noGrp="1"/>
          </p:cNvSpPr>
          <p:nvPr>
            <p:ph type="sldNum" sz="quarter" idx="12"/>
          </p:nvPr>
        </p:nvSpPr>
        <p:spPr/>
        <p:txBody>
          <a:bodyPr/>
          <a:lstStyle/>
          <a:p>
            <a:fld id="{7459AFB7-1376-4C6B-8A54-B8DE3BCDC24C}" type="slidenum">
              <a:rPr lang="en-US" smtClean="0"/>
              <a:t>‹#›</a:t>
            </a:fld>
            <a:endParaRPr lang="en-US"/>
          </a:p>
        </p:txBody>
      </p:sp>
    </p:spTree>
    <p:extLst>
      <p:ext uri="{BB962C8B-B14F-4D97-AF65-F5344CB8AC3E}">
        <p14:creationId xmlns:p14="http://schemas.microsoft.com/office/powerpoint/2010/main" val="1669085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19A0D-D3C1-BA76-3CB5-A9CB709C50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1CE61D-9318-8B2E-677B-D34F617C0CAE}"/>
              </a:ext>
            </a:extLst>
          </p:cNvPr>
          <p:cNvSpPr>
            <a:spLocks noGrp="1"/>
          </p:cNvSpPr>
          <p:nvPr>
            <p:ph type="dt" sz="half" idx="10"/>
          </p:nvPr>
        </p:nvSpPr>
        <p:spPr/>
        <p:txBody>
          <a:bodyPr/>
          <a:lstStyle/>
          <a:p>
            <a:fld id="{3E6A064B-2822-4BDA-858D-A299A02471AA}" type="datetimeFigureOut">
              <a:rPr lang="en-US" smtClean="0"/>
              <a:t>11/7/2025</a:t>
            </a:fld>
            <a:endParaRPr lang="en-US"/>
          </a:p>
        </p:txBody>
      </p:sp>
      <p:sp>
        <p:nvSpPr>
          <p:cNvPr id="4" name="Footer Placeholder 3">
            <a:extLst>
              <a:ext uri="{FF2B5EF4-FFF2-40B4-BE49-F238E27FC236}">
                <a16:creationId xmlns:a16="http://schemas.microsoft.com/office/drawing/2014/main" id="{71CAE7CE-D326-E3E3-76BB-953593B7AE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171152-63AE-5E97-8CA6-A7D1E6E3BFA7}"/>
              </a:ext>
            </a:extLst>
          </p:cNvPr>
          <p:cNvSpPr>
            <a:spLocks noGrp="1"/>
          </p:cNvSpPr>
          <p:nvPr>
            <p:ph type="sldNum" sz="quarter" idx="12"/>
          </p:nvPr>
        </p:nvSpPr>
        <p:spPr/>
        <p:txBody>
          <a:bodyPr/>
          <a:lstStyle/>
          <a:p>
            <a:fld id="{7459AFB7-1376-4C6B-8A54-B8DE3BCDC24C}" type="slidenum">
              <a:rPr lang="en-US" smtClean="0"/>
              <a:t>‹#›</a:t>
            </a:fld>
            <a:endParaRPr lang="en-US"/>
          </a:p>
        </p:txBody>
      </p:sp>
    </p:spTree>
    <p:extLst>
      <p:ext uri="{BB962C8B-B14F-4D97-AF65-F5344CB8AC3E}">
        <p14:creationId xmlns:p14="http://schemas.microsoft.com/office/powerpoint/2010/main" val="654432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0E33C0-1833-19DE-DBE5-2BBADFE78B70}"/>
              </a:ext>
            </a:extLst>
          </p:cNvPr>
          <p:cNvSpPr>
            <a:spLocks noGrp="1"/>
          </p:cNvSpPr>
          <p:nvPr>
            <p:ph type="dt" sz="half" idx="10"/>
          </p:nvPr>
        </p:nvSpPr>
        <p:spPr/>
        <p:txBody>
          <a:bodyPr/>
          <a:lstStyle/>
          <a:p>
            <a:fld id="{3E6A064B-2822-4BDA-858D-A299A02471AA}" type="datetimeFigureOut">
              <a:rPr lang="en-US" smtClean="0"/>
              <a:t>11/7/2025</a:t>
            </a:fld>
            <a:endParaRPr lang="en-US"/>
          </a:p>
        </p:txBody>
      </p:sp>
      <p:sp>
        <p:nvSpPr>
          <p:cNvPr id="3" name="Footer Placeholder 2">
            <a:extLst>
              <a:ext uri="{FF2B5EF4-FFF2-40B4-BE49-F238E27FC236}">
                <a16:creationId xmlns:a16="http://schemas.microsoft.com/office/drawing/2014/main" id="{AF20B512-1F06-E000-07CB-BE1C74C1CF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A806332-3A46-DDC7-290D-A580E66256D3}"/>
              </a:ext>
            </a:extLst>
          </p:cNvPr>
          <p:cNvSpPr>
            <a:spLocks noGrp="1"/>
          </p:cNvSpPr>
          <p:nvPr>
            <p:ph type="sldNum" sz="quarter" idx="12"/>
          </p:nvPr>
        </p:nvSpPr>
        <p:spPr/>
        <p:txBody>
          <a:bodyPr/>
          <a:lstStyle/>
          <a:p>
            <a:fld id="{7459AFB7-1376-4C6B-8A54-B8DE3BCDC24C}" type="slidenum">
              <a:rPr lang="en-US" smtClean="0"/>
              <a:t>‹#›</a:t>
            </a:fld>
            <a:endParaRPr lang="en-US"/>
          </a:p>
        </p:txBody>
      </p:sp>
    </p:spTree>
    <p:extLst>
      <p:ext uri="{BB962C8B-B14F-4D97-AF65-F5344CB8AC3E}">
        <p14:creationId xmlns:p14="http://schemas.microsoft.com/office/powerpoint/2010/main" val="1138905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30896-A15D-BFBA-21D7-3DB4AE86FC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F8C94E-523E-E639-2A82-26F0B1FC60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467132-7D04-C457-FA08-6B0427465B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9CC80B-F879-F516-0640-31FC4BA6D9AF}"/>
              </a:ext>
            </a:extLst>
          </p:cNvPr>
          <p:cNvSpPr>
            <a:spLocks noGrp="1"/>
          </p:cNvSpPr>
          <p:nvPr>
            <p:ph type="dt" sz="half" idx="10"/>
          </p:nvPr>
        </p:nvSpPr>
        <p:spPr/>
        <p:txBody>
          <a:bodyPr/>
          <a:lstStyle/>
          <a:p>
            <a:fld id="{3E6A064B-2822-4BDA-858D-A299A02471AA}" type="datetimeFigureOut">
              <a:rPr lang="en-US" smtClean="0"/>
              <a:t>11/7/2025</a:t>
            </a:fld>
            <a:endParaRPr lang="en-US"/>
          </a:p>
        </p:txBody>
      </p:sp>
      <p:sp>
        <p:nvSpPr>
          <p:cNvPr id="6" name="Footer Placeholder 5">
            <a:extLst>
              <a:ext uri="{FF2B5EF4-FFF2-40B4-BE49-F238E27FC236}">
                <a16:creationId xmlns:a16="http://schemas.microsoft.com/office/drawing/2014/main" id="{8267D2C3-790A-A410-AFEE-5AED02DF2C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1A45D6-AA50-50E3-875D-5CF933B59E27}"/>
              </a:ext>
            </a:extLst>
          </p:cNvPr>
          <p:cNvSpPr>
            <a:spLocks noGrp="1"/>
          </p:cNvSpPr>
          <p:nvPr>
            <p:ph type="sldNum" sz="quarter" idx="12"/>
          </p:nvPr>
        </p:nvSpPr>
        <p:spPr/>
        <p:txBody>
          <a:bodyPr/>
          <a:lstStyle/>
          <a:p>
            <a:fld id="{7459AFB7-1376-4C6B-8A54-B8DE3BCDC24C}" type="slidenum">
              <a:rPr lang="en-US" smtClean="0"/>
              <a:t>‹#›</a:t>
            </a:fld>
            <a:endParaRPr lang="en-US"/>
          </a:p>
        </p:txBody>
      </p:sp>
    </p:spTree>
    <p:extLst>
      <p:ext uri="{BB962C8B-B14F-4D97-AF65-F5344CB8AC3E}">
        <p14:creationId xmlns:p14="http://schemas.microsoft.com/office/powerpoint/2010/main" val="2632516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AE64D-21D3-4834-968C-D400422550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F8BEF0-A141-68C8-802C-C8A99ED857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35412E9-BEB7-0810-F818-421567AD97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2770CF-959B-B566-FE45-F62271C3AC8F}"/>
              </a:ext>
            </a:extLst>
          </p:cNvPr>
          <p:cNvSpPr>
            <a:spLocks noGrp="1"/>
          </p:cNvSpPr>
          <p:nvPr>
            <p:ph type="dt" sz="half" idx="10"/>
          </p:nvPr>
        </p:nvSpPr>
        <p:spPr/>
        <p:txBody>
          <a:bodyPr/>
          <a:lstStyle/>
          <a:p>
            <a:fld id="{3E6A064B-2822-4BDA-858D-A299A02471AA}" type="datetimeFigureOut">
              <a:rPr lang="en-US" smtClean="0"/>
              <a:t>11/7/2025</a:t>
            </a:fld>
            <a:endParaRPr lang="en-US"/>
          </a:p>
        </p:txBody>
      </p:sp>
      <p:sp>
        <p:nvSpPr>
          <p:cNvPr id="6" name="Footer Placeholder 5">
            <a:extLst>
              <a:ext uri="{FF2B5EF4-FFF2-40B4-BE49-F238E27FC236}">
                <a16:creationId xmlns:a16="http://schemas.microsoft.com/office/drawing/2014/main" id="{6C173275-03D5-85C8-677C-1A9913004E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38912F-FEE6-D423-83DD-83467A8FB428}"/>
              </a:ext>
            </a:extLst>
          </p:cNvPr>
          <p:cNvSpPr>
            <a:spLocks noGrp="1"/>
          </p:cNvSpPr>
          <p:nvPr>
            <p:ph type="sldNum" sz="quarter" idx="12"/>
          </p:nvPr>
        </p:nvSpPr>
        <p:spPr/>
        <p:txBody>
          <a:bodyPr/>
          <a:lstStyle/>
          <a:p>
            <a:fld id="{7459AFB7-1376-4C6B-8A54-B8DE3BCDC24C}" type="slidenum">
              <a:rPr lang="en-US" smtClean="0"/>
              <a:t>‹#›</a:t>
            </a:fld>
            <a:endParaRPr lang="en-US"/>
          </a:p>
        </p:txBody>
      </p:sp>
    </p:spTree>
    <p:extLst>
      <p:ext uri="{BB962C8B-B14F-4D97-AF65-F5344CB8AC3E}">
        <p14:creationId xmlns:p14="http://schemas.microsoft.com/office/powerpoint/2010/main" val="273337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9DB13-F014-1A20-CC42-C699CAB114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CE88EE-0700-F8FE-79B9-3834DCF12A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F4938D-C292-77DE-23B9-40CD6E94C1F0}"/>
              </a:ext>
            </a:extLst>
          </p:cNvPr>
          <p:cNvSpPr>
            <a:spLocks noGrp="1"/>
          </p:cNvSpPr>
          <p:nvPr>
            <p:ph type="dt" sz="half" idx="10"/>
          </p:nvPr>
        </p:nvSpPr>
        <p:spPr/>
        <p:txBody>
          <a:bodyPr/>
          <a:lstStyle/>
          <a:p>
            <a:fld id="{3E6A064B-2822-4BDA-858D-A299A02471AA}" type="datetimeFigureOut">
              <a:rPr lang="en-US" smtClean="0"/>
              <a:t>11/7/2025</a:t>
            </a:fld>
            <a:endParaRPr lang="en-US"/>
          </a:p>
        </p:txBody>
      </p:sp>
      <p:sp>
        <p:nvSpPr>
          <p:cNvPr id="5" name="Footer Placeholder 4">
            <a:extLst>
              <a:ext uri="{FF2B5EF4-FFF2-40B4-BE49-F238E27FC236}">
                <a16:creationId xmlns:a16="http://schemas.microsoft.com/office/drawing/2014/main" id="{E027C818-1887-6E0F-9656-53B70AA0C7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8184B0-0950-5F26-7EED-2A9E076A4933}"/>
              </a:ext>
            </a:extLst>
          </p:cNvPr>
          <p:cNvSpPr>
            <a:spLocks noGrp="1"/>
          </p:cNvSpPr>
          <p:nvPr>
            <p:ph type="sldNum" sz="quarter" idx="12"/>
          </p:nvPr>
        </p:nvSpPr>
        <p:spPr/>
        <p:txBody>
          <a:bodyPr/>
          <a:lstStyle/>
          <a:p>
            <a:fld id="{7459AFB7-1376-4C6B-8A54-B8DE3BCDC24C}" type="slidenum">
              <a:rPr lang="en-US" smtClean="0"/>
              <a:t>‹#›</a:t>
            </a:fld>
            <a:endParaRPr lang="en-US"/>
          </a:p>
        </p:txBody>
      </p:sp>
    </p:spTree>
    <p:extLst>
      <p:ext uri="{BB962C8B-B14F-4D97-AF65-F5344CB8AC3E}">
        <p14:creationId xmlns:p14="http://schemas.microsoft.com/office/powerpoint/2010/main" val="1079924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5C812C-8616-613A-F4C9-DE687372EC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F5C99A-EF1A-3973-EC67-EBF72CDE1F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16DF2B-DAB7-7CC4-DBC3-D91E96C26EF2}"/>
              </a:ext>
            </a:extLst>
          </p:cNvPr>
          <p:cNvSpPr>
            <a:spLocks noGrp="1"/>
          </p:cNvSpPr>
          <p:nvPr>
            <p:ph type="dt" sz="half" idx="10"/>
          </p:nvPr>
        </p:nvSpPr>
        <p:spPr/>
        <p:txBody>
          <a:bodyPr/>
          <a:lstStyle/>
          <a:p>
            <a:fld id="{3E6A064B-2822-4BDA-858D-A299A02471AA}" type="datetimeFigureOut">
              <a:rPr lang="en-US" smtClean="0"/>
              <a:t>11/7/2025</a:t>
            </a:fld>
            <a:endParaRPr lang="en-US"/>
          </a:p>
        </p:txBody>
      </p:sp>
      <p:sp>
        <p:nvSpPr>
          <p:cNvPr id="5" name="Footer Placeholder 4">
            <a:extLst>
              <a:ext uri="{FF2B5EF4-FFF2-40B4-BE49-F238E27FC236}">
                <a16:creationId xmlns:a16="http://schemas.microsoft.com/office/drawing/2014/main" id="{DE0EABE6-16AC-014F-BF42-E629D3EEE9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0A2C8E-E233-58D9-743C-DB6F3B35EE27}"/>
              </a:ext>
            </a:extLst>
          </p:cNvPr>
          <p:cNvSpPr>
            <a:spLocks noGrp="1"/>
          </p:cNvSpPr>
          <p:nvPr>
            <p:ph type="sldNum" sz="quarter" idx="12"/>
          </p:nvPr>
        </p:nvSpPr>
        <p:spPr/>
        <p:txBody>
          <a:bodyPr/>
          <a:lstStyle/>
          <a:p>
            <a:fld id="{7459AFB7-1376-4C6B-8A54-B8DE3BCDC24C}" type="slidenum">
              <a:rPr lang="en-US" smtClean="0"/>
              <a:t>‹#›</a:t>
            </a:fld>
            <a:endParaRPr lang="en-US"/>
          </a:p>
        </p:txBody>
      </p:sp>
    </p:spTree>
    <p:extLst>
      <p:ext uri="{BB962C8B-B14F-4D97-AF65-F5344CB8AC3E}">
        <p14:creationId xmlns:p14="http://schemas.microsoft.com/office/powerpoint/2010/main" val="548713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54678F-D45F-B8E8-0183-8A4CDD3828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283F0B-57C4-27D9-1565-6E0BD0AAA4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DF7C2E-344F-0B38-25AC-295A779978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6A064B-2822-4BDA-858D-A299A02471AA}" type="datetimeFigureOut">
              <a:rPr lang="en-US" smtClean="0"/>
              <a:t>11/7/2025</a:t>
            </a:fld>
            <a:endParaRPr lang="en-US"/>
          </a:p>
        </p:txBody>
      </p:sp>
      <p:sp>
        <p:nvSpPr>
          <p:cNvPr id="5" name="Footer Placeholder 4">
            <a:extLst>
              <a:ext uri="{FF2B5EF4-FFF2-40B4-BE49-F238E27FC236}">
                <a16:creationId xmlns:a16="http://schemas.microsoft.com/office/drawing/2014/main" id="{C01F80CF-B3EB-01A7-9121-D3A92CE7C8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2C7D71C-0C8B-D69D-B68E-12A58C5D95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59AFB7-1376-4C6B-8A54-B8DE3BCDC24C}" type="slidenum">
              <a:rPr lang="en-US" smtClean="0"/>
              <a:t>‹#›</a:t>
            </a:fld>
            <a:endParaRPr lang="en-US"/>
          </a:p>
        </p:txBody>
      </p:sp>
    </p:spTree>
    <p:extLst>
      <p:ext uri="{BB962C8B-B14F-4D97-AF65-F5344CB8AC3E}">
        <p14:creationId xmlns:p14="http://schemas.microsoft.com/office/powerpoint/2010/main" val="3294166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E42565C-E3CC-4EF0-8093-88FCC788A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2F429C4-ABC9-46FC-818A-B5429CDE4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CEF98E4-3709-4952-8F42-2305CCE34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10BCCF5-D685-47FF-B675-647EAEB72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914" y="857786"/>
            <a:ext cx="8027347"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55C88B-D181-C904-9AB4-82B2CBEB1152}"/>
              </a:ext>
            </a:extLst>
          </p:cNvPr>
          <p:cNvSpPr>
            <a:spLocks noGrp="1"/>
          </p:cNvSpPr>
          <p:nvPr>
            <p:ph type="ctrTitle"/>
          </p:nvPr>
        </p:nvSpPr>
        <p:spPr>
          <a:xfrm>
            <a:off x="879620" y="1471351"/>
            <a:ext cx="7108911" cy="4016621"/>
          </a:xfrm>
        </p:spPr>
        <p:txBody>
          <a:bodyPr anchor="ctr">
            <a:normAutofit/>
          </a:bodyPr>
          <a:lstStyle/>
          <a:p>
            <a:pPr algn="l"/>
            <a:r>
              <a:rPr lang="en-US" sz="6600" b="1" dirty="0">
                <a:latin typeface="Calibri" panose="020F0502020204030204" pitchFamily="34" charset="0"/>
                <a:ea typeface="Calibri" panose="020F0502020204030204" pitchFamily="34" charset="0"/>
                <a:cs typeface="Calibri" panose="020F0502020204030204" pitchFamily="34" charset="0"/>
              </a:rPr>
              <a:t>E-commerce </a:t>
            </a:r>
            <a:r>
              <a:rPr lang="en-US" sz="6600" b="1" dirty="0" err="1">
                <a:latin typeface="Calibri" panose="020F0502020204030204" pitchFamily="34" charset="0"/>
                <a:ea typeface="Calibri" panose="020F0502020204030204" pitchFamily="34" charset="0"/>
                <a:cs typeface="Calibri" panose="020F0502020204030204" pitchFamily="34" charset="0"/>
              </a:rPr>
              <a:t>Olist</a:t>
            </a:r>
            <a:r>
              <a:rPr lang="en-US" sz="6600" b="1" dirty="0">
                <a:latin typeface="Calibri" panose="020F0502020204030204" pitchFamily="34" charset="0"/>
                <a:ea typeface="Calibri" panose="020F0502020204030204" pitchFamily="34" charset="0"/>
                <a:cs typeface="Calibri" panose="020F0502020204030204" pitchFamily="34" charset="0"/>
              </a:rPr>
              <a:t> Store Analysis</a:t>
            </a:r>
          </a:p>
        </p:txBody>
      </p:sp>
      <p:sp>
        <p:nvSpPr>
          <p:cNvPr id="3" name="Subtitle 2">
            <a:extLst>
              <a:ext uri="{FF2B5EF4-FFF2-40B4-BE49-F238E27FC236}">
                <a16:creationId xmlns:a16="http://schemas.microsoft.com/office/drawing/2014/main" id="{ECC22C99-4AD2-9236-82E8-886921BA3F0C}"/>
              </a:ext>
            </a:extLst>
          </p:cNvPr>
          <p:cNvSpPr>
            <a:spLocks noGrp="1"/>
          </p:cNvSpPr>
          <p:nvPr>
            <p:ph type="subTitle" idx="1"/>
          </p:nvPr>
        </p:nvSpPr>
        <p:spPr>
          <a:xfrm>
            <a:off x="8803178" y="1845264"/>
            <a:ext cx="3000907" cy="3268794"/>
          </a:xfrm>
        </p:spPr>
        <p:txBody>
          <a:bodyPr anchor="ctr">
            <a:normAutofit/>
          </a:bodyPr>
          <a:lstStyle/>
          <a:p>
            <a:pPr algn="l"/>
            <a:r>
              <a:rPr lang="en-US" sz="2000" b="1" dirty="0"/>
              <a:t>Presented by Group – 1</a:t>
            </a:r>
            <a:br>
              <a:rPr lang="en-US" sz="2200" dirty="0"/>
            </a:br>
            <a:endParaRPr lang="en-US" sz="2200" dirty="0"/>
          </a:p>
        </p:txBody>
      </p:sp>
      <p:sp>
        <p:nvSpPr>
          <p:cNvPr id="16" name="Rectangle 15">
            <a:extLst>
              <a:ext uri="{FF2B5EF4-FFF2-40B4-BE49-F238E27FC236}">
                <a16:creationId xmlns:a16="http://schemas.microsoft.com/office/drawing/2014/main" id="{B0EE8A42-107A-4D4C-8D56-BBAE95C7F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277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E77EAEF8-0128-73F7-6C77-90FC1902A3D0}"/>
              </a:ext>
            </a:extLst>
          </p:cNvPr>
          <p:cNvSpPr>
            <a:spLocks noGrp="1"/>
          </p:cNvSpPr>
          <p:nvPr>
            <p:ph type="title"/>
          </p:nvPr>
        </p:nvSpPr>
        <p:spPr>
          <a:xfrm>
            <a:off x="479394" y="1070800"/>
            <a:ext cx="3939688" cy="5583126"/>
          </a:xfrm>
        </p:spPr>
        <p:txBody>
          <a:bodyPr>
            <a:normAutofit/>
          </a:bodyPr>
          <a:lstStyle/>
          <a:p>
            <a:pPr algn="r"/>
            <a:r>
              <a:rPr lang="en-US" sz="7400" b="1" dirty="0">
                <a:latin typeface="Calibri" panose="020F0502020204030204" pitchFamily="34" charset="0"/>
                <a:ea typeface="Calibri" panose="020F0502020204030204" pitchFamily="34" charset="0"/>
                <a:cs typeface="Calibri" panose="020F0502020204030204" pitchFamily="34" charset="0"/>
              </a:rPr>
              <a:t>Contents</a:t>
            </a:r>
          </a:p>
        </p:txBody>
      </p:sp>
      <p:cxnSp>
        <p:nvCxnSpPr>
          <p:cNvPr id="53" name="Straight Connector 5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14447116-8C9E-3196-4B4D-F77E5A1A4386}"/>
              </a:ext>
            </a:extLst>
          </p:cNvPr>
          <p:cNvGraphicFramePr>
            <a:graphicFrameLocks noGrp="1"/>
          </p:cNvGraphicFramePr>
          <p:nvPr>
            <p:ph idx="1"/>
            <p:extLst>
              <p:ext uri="{D42A27DB-BD31-4B8C-83A1-F6EECF244321}">
                <p14:modId xmlns:p14="http://schemas.microsoft.com/office/powerpoint/2010/main" val="1568261353"/>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9004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0DA205B-A9F2-BE68-19BB-2C29890D4271}"/>
              </a:ext>
            </a:extLst>
          </p:cNvPr>
          <p:cNvSpPr>
            <a:spLocks noGrp="1"/>
          </p:cNvSpPr>
          <p:nvPr>
            <p:ph type="title"/>
          </p:nvPr>
        </p:nvSpPr>
        <p:spPr>
          <a:xfrm>
            <a:off x="838200" y="365125"/>
            <a:ext cx="10515600" cy="1325563"/>
          </a:xfrm>
        </p:spPr>
        <p:txBody>
          <a:bodyPr>
            <a:normAutofit/>
          </a:bodyPr>
          <a:lstStyle/>
          <a:p>
            <a:r>
              <a:rPr lang="en-US" b="1" dirty="0">
                <a:latin typeface="Calibri" panose="020F0502020204030204" pitchFamily="34" charset="0"/>
                <a:ea typeface="Calibri" panose="020F0502020204030204" pitchFamily="34" charset="0"/>
                <a:cs typeface="Calibri" panose="020F0502020204030204" pitchFamily="34" charset="0"/>
              </a:rPr>
              <a:t>Introduction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E7C2D39-D698-2AA8-7FD5-26D0903A33B5}"/>
              </a:ext>
            </a:extLst>
          </p:cNvPr>
          <p:cNvSpPr>
            <a:spLocks noGrp="1"/>
          </p:cNvSpPr>
          <p:nvPr>
            <p:ph idx="1"/>
          </p:nvPr>
        </p:nvSpPr>
        <p:spPr>
          <a:xfrm>
            <a:off x="838200" y="1825625"/>
            <a:ext cx="10515600" cy="4351338"/>
          </a:xfrm>
        </p:spPr>
        <p:txBody>
          <a:bodyPr>
            <a:normAutofit/>
          </a:bodyPr>
          <a:lstStyle/>
          <a:p>
            <a:pPr>
              <a:buFont typeface="Wingdings" panose="05000000000000000000" pitchFamily="2" charset="2"/>
              <a:buChar char="§"/>
            </a:pPr>
            <a:r>
              <a:rPr lang="en-US" sz="2400" dirty="0" err="1">
                <a:latin typeface="Calibri" panose="020F0502020204030204" pitchFamily="34" charset="0"/>
                <a:ea typeface="Calibri" panose="020F0502020204030204" pitchFamily="34" charset="0"/>
                <a:cs typeface="Calibri" panose="020F0502020204030204" pitchFamily="34" charset="0"/>
              </a:rPr>
              <a:t>Olist</a:t>
            </a:r>
            <a:r>
              <a:rPr lang="en-US" sz="2400" dirty="0">
                <a:latin typeface="Calibri" panose="020F0502020204030204" pitchFamily="34" charset="0"/>
                <a:ea typeface="Calibri" panose="020F0502020204030204" pitchFamily="34" charset="0"/>
                <a:cs typeface="Calibri" panose="020F0502020204030204" pitchFamily="34" charset="0"/>
              </a:rPr>
              <a:t> Is an e-commerce company based in Brazil.</a:t>
            </a:r>
          </a:p>
          <a:p>
            <a:pPr>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As a data analyst we were tasked with exploring, Cleaning, and analyzing the </a:t>
            </a:r>
            <a:r>
              <a:rPr lang="en-US" sz="2400" dirty="0" err="1">
                <a:latin typeface="Calibri" panose="020F0502020204030204" pitchFamily="34" charset="0"/>
                <a:ea typeface="Calibri" panose="020F0502020204030204" pitchFamily="34" charset="0"/>
                <a:cs typeface="Calibri" panose="020F0502020204030204" pitchFamily="34" charset="0"/>
              </a:rPr>
              <a:t>Olist</a:t>
            </a:r>
            <a:r>
              <a:rPr lang="en-US" sz="2400" dirty="0">
                <a:latin typeface="Calibri" panose="020F0502020204030204" pitchFamily="34" charset="0"/>
                <a:ea typeface="Calibri" panose="020F0502020204030204" pitchFamily="34" charset="0"/>
                <a:cs typeface="Calibri" panose="020F0502020204030204" pitchFamily="34" charset="0"/>
              </a:rPr>
              <a:t> E-commerce Public Dataset.</a:t>
            </a:r>
          </a:p>
          <a:p>
            <a:pPr>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The Dataset is designed to help analysts and researchers better understand the e-commerce landscape in Brazil and identify opportunities for growth and optimization.</a:t>
            </a:r>
          </a:p>
          <a:p>
            <a:pPr>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To help </a:t>
            </a:r>
            <a:r>
              <a:rPr lang="en-US" sz="2400" dirty="0" err="1">
                <a:latin typeface="Calibri" panose="020F0502020204030204" pitchFamily="34" charset="0"/>
                <a:ea typeface="Calibri" panose="020F0502020204030204" pitchFamily="34" charset="0"/>
                <a:cs typeface="Calibri" panose="020F0502020204030204" pitchFamily="34" charset="0"/>
              </a:rPr>
              <a:t>olist</a:t>
            </a:r>
            <a:r>
              <a:rPr lang="en-US" sz="2400" dirty="0">
                <a:latin typeface="Calibri" panose="020F0502020204030204" pitchFamily="34" charset="0"/>
                <a:ea typeface="Calibri" panose="020F0502020204030204" pitchFamily="34" charset="0"/>
                <a:cs typeface="Calibri" panose="020F0502020204030204" pitchFamily="34" charset="0"/>
              </a:rPr>
              <a:t> gain better insights into its e-commerce platform and optimize available opportunities for growth,</a:t>
            </a:r>
          </a:p>
          <a:p>
            <a:pPr>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We will perform an exploratory Data Analysis, and answer some business questions, thereby providing insights and recommendations.</a:t>
            </a:r>
          </a:p>
        </p:txBody>
      </p:sp>
    </p:spTree>
    <p:extLst>
      <p:ext uri="{BB962C8B-B14F-4D97-AF65-F5344CB8AC3E}">
        <p14:creationId xmlns:p14="http://schemas.microsoft.com/office/powerpoint/2010/main" val="2960378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CBACB7-170D-C070-9D65-996CC6167DE6}"/>
              </a:ext>
            </a:extLst>
          </p:cNvPr>
          <p:cNvSpPr>
            <a:spLocks noGrp="1"/>
          </p:cNvSpPr>
          <p:nvPr>
            <p:ph type="title"/>
          </p:nvPr>
        </p:nvSpPr>
        <p:spPr>
          <a:xfrm>
            <a:off x="0" y="643467"/>
            <a:ext cx="12192000" cy="744836"/>
          </a:xfrm>
          <a:solidFill>
            <a:schemeClr val="accent4"/>
          </a:solidFill>
        </p:spPr>
        <p:style>
          <a:lnRef idx="1">
            <a:schemeClr val="accent4"/>
          </a:lnRef>
          <a:fillRef idx="3">
            <a:schemeClr val="accent4"/>
          </a:fillRef>
          <a:effectRef idx="2">
            <a:schemeClr val="accent4"/>
          </a:effectRef>
          <a:fontRef idx="minor">
            <a:schemeClr val="lt1"/>
          </a:fontRef>
        </p:style>
        <p:txBody>
          <a:bodyPr vert="horz" lIns="91440" tIns="45720" rIns="91440" bIns="45720" rtlCol="0" anchor="ctr">
            <a:normAutofit/>
          </a:bodyPr>
          <a:lstStyle/>
          <a:p>
            <a:pPr algn="ctr"/>
            <a:r>
              <a:rPr lang="en-US" sz="3600" b="1" kern="1200" dirty="0">
                <a:solidFill>
                  <a:schemeClr val="bg1"/>
                </a:solidFill>
                <a:latin typeface="+mj-lt"/>
                <a:ea typeface="+mj-ea"/>
                <a:cs typeface="+mj-cs"/>
              </a:rPr>
              <a:t>Joins of data sets</a:t>
            </a:r>
          </a:p>
        </p:txBody>
      </p:sp>
      <p:pic>
        <p:nvPicPr>
          <p:cNvPr id="15" name="Content Placeholder 14" descr="A diagram of a diagram&#10;&#10;AI-generated content may be incorrect.">
            <a:extLst>
              <a:ext uri="{FF2B5EF4-FFF2-40B4-BE49-F238E27FC236}">
                <a16:creationId xmlns:a16="http://schemas.microsoft.com/office/drawing/2014/main" id="{E8DBC4AC-3C9D-C61C-82E0-678A0DB7D2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396588"/>
            <a:ext cx="12192000" cy="5536775"/>
          </a:xfrm>
          <a:prstGeom prst="rect">
            <a:avLst/>
          </a:prstGeom>
        </p:spPr>
      </p:pic>
    </p:spTree>
    <p:extLst>
      <p:ext uri="{BB962C8B-B14F-4D97-AF65-F5344CB8AC3E}">
        <p14:creationId xmlns:p14="http://schemas.microsoft.com/office/powerpoint/2010/main" val="1506121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78CB012-5D40-3335-1270-91A55CBA5EA8}"/>
              </a:ext>
            </a:extLst>
          </p:cNvPr>
          <p:cNvSpPr>
            <a:spLocks noGrp="1"/>
          </p:cNvSpPr>
          <p:nvPr>
            <p:ph type="title"/>
          </p:nvPr>
        </p:nvSpPr>
        <p:spPr>
          <a:xfrm>
            <a:off x="838200" y="365125"/>
            <a:ext cx="10515600" cy="1325563"/>
          </a:xfrm>
        </p:spPr>
        <p:txBody>
          <a:bodyPr>
            <a:normAutofit/>
          </a:bodyPr>
          <a:lstStyle/>
          <a:p>
            <a:r>
              <a:rPr lang="en-US" b="1" dirty="0"/>
              <a:t>KPI’S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EC8B1F5-9126-ADC8-3D16-B754D4CABFE9}"/>
              </a:ext>
            </a:extLst>
          </p:cNvPr>
          <p:cNvSpPr>
            <a:spLocks noGrp="1"/>
          </p:cNvSpPr>
          <p:nvPr>
            <p:ph idx="1"/>
          </p:nvPr>
        </p:nvSpPr>
        <p:spPr>
          <a:xfrm>
            <a:off x="838200" y="1825625"/>
            <a:ext cx="10515600" cy="4351338"/>
          </a:xfrm>
        </p:spPr>
        <p:txBody>
          <a:bodyPr>
            <a:normAutofit/>
          </a:bodyPr>
          <a:lstStyle/>
          <a:p>
            <a:pPr marL="457200" indent="-457200">
              <a:buFont typeface="+mj-lt"/>
              <a:buAutoNum type="arabicPeriod"/>
            </a:pPr>
            <a:r>
              <a:rPr lang="en-IN" sz="2000" dirty="0"/>
              <a:t>Weekday Vs Weekend (</a:t>
            </a:r>
            <a:r>
              <a:rPr lang="en-IN" sz="2000" dirty="0" err="1"/>
              <a:t>order_purchase_timestamp</a:t>
            </a:r>
            <a:r>
              <a:rPr lang="en-IN" sz="2000" dirty="0"/>
              <a:t>) Payment Statistics</a:t>
            </a:r>
          </a:p>
          <a:p>
            <a:pPr marL="457200" indent="-457200">
              <a:buFont typeface="+mj-lt"/>
              <a:buAutoNum type="arabicPeriod"/>
            </a:pPr>
            <a:endParaRPr lang="en-IN" sz="2000" dirty="0"/>
          </a:p>
          <a:p>
            <a:pPr marL="457200" indent="-457200">
              <a:buFont typeface="+mj-lt"/>
              <a:buAutoNum type="arabicPeriod"/>
            </a:pPr>
            <a:r>
              <a:rPr lang="en-IN" sz="2000" dirty="0"/>
              <a:t>Number of Orders with review score 5 and payment type as credit card.</a:t>
            </a:r>
          </a:p>
          <a:p>
            <a:pPr marL="457200" indent="-457200">
              <a:buFont typeface="+mj-lt"/>
              <a:buAutoNum type="arabicPeriod"/>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rabicPeriod"/>
            </a:pPr>
            <a:r>
              <a:rPr lang="en-IN" sz="2000" dirty="0"/>
              <a:t>Average number of days taken for </a:t>
            </a:r>
            <a:r>
              <a:rPr lang="en-IN" sz="2000" dirty="0" err="1"/>
              <a:t>order_delivered_customer_date</a:t>
            </a:r>
            <a:r>
              <a:rPr lang="en-IN" sz="2000" dirty="0"/>
              <a:t> for </a:t>
            </a:r>
            <a:r>
              <a:rPr lang="en-IN" sz="2000" dirty="0" err="1"/>
              <a:t>pet_shop</a:t>
            </a:r>
            <a:endParaRPr lang="en-IN" sz="2000" dirty="0"/>
          </a:p>
          <a:p>
            <a:pPr marL="457200" indent="-457200">
              <a:buFont typeface="+mj-lt"/>
              <a:buAutoNum type="arabicPeriod"/>
            </a:pPr>
            <a:endParaRPr lang="en-IN" sz="2400" dirty="0"/>
          </a:p>
          <a:p>
            <a:pPr marL="457200" indent="-457200">
              <a:buFont typeface="+mj-lt"/>
              <a:buAutoNum type="arabicPeriod"/>
            </a:pPr>
            <a:r>
              <a:rPr lang="en-IN" sz="2000" dirty="0"/>
              <a:t>Average price and payment values from customers of </a:t>
            </a:r>
            <a:r>
              <a:rPr lang="en-IN" sz="2000" dirty="0" err="1"/>
              <a:t>sao</a:t>
            </a:r>
            <a:r>
              <a:rPr lang="en-IN" sz="2000" dirty="0"/>
              <a:t> </a:t>
            </a:r>
            <a:r>
              <a:rPr lang="en-IN" sz="2000" dirty="0" err="1"/>
              <a:t>paulo</a:t>
            </a:r>
            <a:r>
              <a:rPr lang="en-IN" sz="2000" dirty="0"/>
              <a:t> city</a:t>
            </a:r>
          </a:p>
          <a:p>
            <a:pPr marL="457200" indent="-457200">
              <a:buFont typeface="+mj-lt"/>
              <a:buAutoNum type="arabicPeriod"/>
            </a:pPr>
            <a:endParaRPr lang="en-IN" sz="2000" dirty="0"/>
          </a:p>
          <a:p>
            <a:pPr marL="457200" indent="-457200">
              <a:buFont typeface="+mj-lt"/>
              <a:buAutoNum type="arabicPeriod"/>
            </a:pPr>
            <a:r>
              <a:rPr lang="en-IN" sz="2000" dirty="0"/>
              <a:t>Relationship between shipping days (</a:t>
            </a:r>
            <a:r>
              <a:rPr lang="en-IN" sz="2000" dirty="0" err="1"/>
              <a:t>order_delivered_customer_date</a:t>
            </a:r>
            <a:r>
              <a:rPr lang="en-IN" sz="2000" dirty="0"/>
              <a:t> - </a:t>
            </a:r>
            <a:r>
              <a:rPr lang="en-IN" sz="2000" dirty="0" err="1"/>
              <a:t>order_purchase_timestamp</a:t>
            </a:r>
            <a:r>
              <a:rPr lang="en-IN" sz="2000" dirty="0"/>
              <a:t>) Vs review scores.</a:t>
            </a:r>
          </a:p>
        </p:txBody>
      </p:sp>
    </p:spTree>
    <p:extLst>
      <p:ext uri="{BB962C8B-B14F-4D97-AF65-F5344CB8AC3E}">
        <p14:creationId xmlns:p14="http://schemas.microsoft.com/office/powerpoint/2010/main" val="835674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 name="Freeform: Shape 38">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0" name="Freeform: Shape 39">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2574D3C-F7F5-4FE2-04A8-15EA38FF1F77}"/>
              </a:ext>
            </a:extLst>
          </p:cNvPr>
          <p:cNvSpPr>
            <a:spLocks noGrp="1"/>
          </p:cNvSpPr>
          <p:nvPr>
            <p:ph type="title"/>
          </p:nvPr>
        </p:nvSpPr>
        <p:spPr>
          <a:xfrm>
            <a:off x="371093" y="1161288"/>
            <a:ext cx="4520947" cy="1239012"/>
          </a:xfrm>
        </p:spPr>
        <p:txBody>
          <a:bodyPr anchor="ctr">
            <a:norm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Weekday Vs Weekend (</a:t>
            </a:r>
            <a:r>
              <a:rPr lang="en-IN" sz="2000" b="1" dirty="0" err="1">
                <a:latin typeface="Calibri" panose="020F0502020204030204" pitchFamily="34" charset="0"/>
                <a:ea typeface="Calibri" panose="020F0502020204030204" pitchFamily="34" charset="0"/>
                <a:cs typeface="Calibri" panose="020F0502020204030204" pitchFamily="34" charset="0"/>
              </a:rPr>
              <a:t>order_purchase_timestamp</a:t>
            </a:r>
            <a:r>
              <a:rPr lang="en-IN" sz="2000" b="1" dirty="0">
                <a:latin typeface="Calibri" panose="020F0502020204030204" pitchFamily="34" charset="0"/>
                <a:ea typeface="Calibri" panose="020F0502020204030204" pitchFamily="34" charset="0"/>
                <a:cs typeface="Calibri" panose="020F0502020204030204" pitchFamily="34" charset="0"/>
              </a:rPr>
              <a:t>) Payment Statistics</a:t>
            </a:r>
            <a:br>
              <a:rPr lang="en-IN" sz="2000" b="1" dirty="0">
                <a:latin typeface="Calibri" panose="020F0502020204030204" pitchFamily="34" charset="0"/>
                <a:ea typeface="Calibri" panose="020F0502020204030204" pitchFamily="34" charset="0"/>
                <a:cs typeface="Calibri" panose="020F0502020204030204" pitchFamily="34" charset="0"/>
              </a:rPr>
            </a:br>
            <a:endParaRPr lang="en-US" sz="2000" b="1" dirty="0">
              <a:latin typeface="Calibri" panose="020F0502020204030204" pitchFamily="34" charset="0"/>
              <a:ea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Content Placeholder 8">
            <a:extLst>
              <a:ext uri="{FF2B5EF4-FFF2-40B4-BE49-F238E27FC236}">
                <a16:creationId xmlns:a16="http://schemas.microsoft.com/office/drawing/2014/main" id="{7D5D4302-F850-6AF0-CE6D-0723AB7C8FBF}"/>
              </a:ext>
            </a:extLst>
          </p:cNvPr>
          <p:cNvSpPr>
            <a:spLocks noGrp="1"/>
          </p:cNvSpPr>
          <p:nvPr>
            <p:ph idx="1"/>
          </p:nvPr>
        </p:nvSpPr>
        <p:spPr>
          <a:xfrm>
            <a:off x="371094" y="2718054"/>
            <a:ext cx="4520946" cy="3207258"/>
          </a:xfrm>
        </p:spPr>
        <p:txBody>
          <a:bodyPr anchor="t">
            <a:normAutofit/>
          </a:bodyPr>
          <a:lstStyle/>
          <a:p>
            <a:pPr>
              <a:buFont typeface="Wingdings" panose="05000000000000000000" pitchFamily="2" charset="2"/>
              <a:buChar char="§"/>
            </a:pPr>
            <a:r>
              <a:rPr lang="en-US" sz="2000" dirty="0"/>
              <a:t>The analysis of payment statistics based on weekday vs. weekend provides an understanding of the buying behavior of customers. This KPI answers questions like, which day of the week has the highest sales? How many customers prefer to pay through online modes? The analysis of this KPI can help </a:t>
            </a:r>
            <a:r>
              <a:rPr lang="en-US" sz="2000" dirty="0" err="1"/>
              <a:t>Olist</a:t>
            </a:r>
            <a:r>
              <a:rPr lang="en-US" sz="2000" dirty="0"/>
              <a:t> to improve their weekend sales and plan promotions accordingly.</a:t>
            </a:r>
          </a:p>
        </p:txBody>
      </p:sp>
      <p:pic>
        <p:nvPicPr>
          <p:cNvPr id="5" name="Content Placeholder 4" descr="A pie chart with numbers and a blue and orange circle with Crust in the background&#10;&#10;AI-generated content may be incorrect.">
            <a:extLst>
              <a:ext uri="{FF2B5EF4-FFF2-40B4-BE49-F238E27FC236}">
                <a16:creationId xmlns:a16="http://schemas.microsoft.com/office/drawing/2014/main" id="{CDBCD854-48E7-B2C9-E7CA-19C665C2B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1184" y="872104"/>
            <a:ext cx="6922008" cy="5214376"/>
          </a:xfrm>
          <a:prstGeom prst="rect">
            <a:avLst/>
          </a:prstGeom>
        </p:spPr>
      </p:pic>
      <p:sp>
        <p:nvSpPr>
          <p:cNvPr id="6" name="Arrow: Right 5">
            <a:extLst>
              <a:ext uri="{FF2B5EF4-FFF2-40B4-BE49-F238E27FC236}">
                <a16:creationId xmlns:a16="http://schemas.microsoft.com/office/drawing/2014/main" id="{5F7393B1-3DCA-5F43-AE23-06FA372B2076}"/>
              </a:ext>
            </a:extLst>
          </p:cNvPr>
          <p:cNvSpPr/>
          <p:nvPr/>
        </p:nvSpPr>
        <p:spPr>
          <a:xfrm>
            <a:off x="0" y="121063"/>
            <a:ext cx="1258529" cy="911323"/>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2400" b="1" dirty="0"/>
              <a:t>KPI-1</a:t>
            </a:r>
          </a:p>
        </p:txBody>
      </p:sp>
    </p:spTree>
    <p:extLst>
      <p:ext uri="{BB962C8B-B14F-4D97-AF65-F5344CB8AC3E}">
        <p14:creationId xmlns:p14="http://schemas.microsoft.com/office/powerpoint/2010/main" val="2083220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186DC9C-C0E9-A40E-AB4A-A135820EFDC0}"/>
              </a:ext>
            </a:extLst>
          </p:cNvPr>
          <p:cNvSpPr>
            <a:spLocks noGrp="1"/>
          </p:cNvSpPr>
          <p:nvPr>
            <p:ph type="title"/>
          </p:nvPr>
        </p:nvSpPr>
        <p:spPr>
          <a:xfrm>
            <a:off x="371094" y="1161288"/>
            <a:ext cx="4161282" cy="1239012"/>
          </a:xfrm>
        </p:spPr>
        <p:txBody>
          <a:bodyPr anchor="ctr">
            <a:norm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Number of Orders with review score 5 and payment type as credit card.</a:t>
            </a:r>
            <a:br>
              <a:rPr lang="en-IN" sz="2000" b="1" dirty="0">
                <a:latin typeface="Calibri" panose="020F0502020204030204" pitchFamily="34" charset="0"/>
                <a:ea typeface="Calibri" panose="020F0502020204030204" pitchFamily="34" charset="0"/>
                <a:cs typeface="Calibri" panose="020F0502020204030204" pitchFamily="34" charset="0"/>
              </a:rPr>
            </a:br>
            <a:endParaRPr lang="en-US" sz="2000" b="1" dirty="0">
              <a:latin typeface="Calibri" panose="020F0502020204030204" pitchFamily="34" charset="0"/>
              <a:ea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8">
            <a:extLst>
              <a:ext uri="{FF2B5EF4-FFF2-40B4-BE49-F238E27FC236}">
                <a16:creationId xmlns:a16="http://schemas.microsoft.com/office/drawing/2014/main" id="{02D2D545-3C35-FBE0-1E96-0FB314E194AC}"/>
              </a:ext>
            </a:extLst>
          </p:cNvPr>
          <p:cNvSpPr>
            <a:spLocks noGrp="1"/>
          </p:cNvSpPr>
          <p:nvPr>
            <p:ph idx="1"/>
          </p:nvPr>
        </p:nvSpPr>
        <p:spPr>
          <a:xfrm>
            <a:off x="371093" y="2718054"/>
            <a:ext cx="4075435" cy="3207258"/>
          </a:xfrm>
        </p:spPr>
        <p:txBody>
          <a:bodyPr anchor="t">
            <a:normAutofit/>
          </a:bodyPr>
          <a:lstStyle/>
          <a:p>
            <a:pPr>
              <a:buFont typeface="Wingdings" panose="05000000000000000000" pitchFamily="2" charset="2"/>
              <a:buChar char="§"/>
            </a:pPr>
            <a:r>
              <a:rPr lang="en-US" sz="2000" dirty="0"/>
              <a:t>This KPI analyses the number of orders with a review score of 5 and payment type as credit card. This helps in understanding customer satisfaction levels and payment preferences. </a:t>
            </a:r>
            <a:r>
              <a:rPr lang="en-US" sz="2000" dirty="0" err="1"/>
              <a:t>Olist</a:t>
            </a:r>
            <a:r>
              <a:rPr lang="en-US" sz="2000" dirty="0"/>
              <a:t> can use this information to identify satisfied customers and encourage them to make repeat purchases</a:t>
            </a:r>
          </a:p>
        </p:txBody>
      </p:sp>
      <p:pic>
        <p:nvPicPr>
          <p:cNvPr id="5" name="Content Placeholder 4" descr="A graph of credit card payments&#10;&#10;AI-generated content may be incorrect.">
            <a:extLst>
              <a:ext uri="{FF2B5EF4-FFF2-40B4-BE49-F238E27FC236}">
                <a16:creationId xmlns:a16="http://schemas.microsoft.com/office/drawing/2014/main" id="{017EDDB6-3559-A3A0-353B-318D2CEB1B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1184" y="1281554"/>
            <a:ext cx="6922008" cy="4395475"/>
          </a:xfrm>
          <a:prstGeom prst="rect">
            <a:avLst/>
          </a:prstGeom>
        </p:spPr>
      </p:pic>
      <p:sp>
        <p:nvSpPr>
          <p:cNvPr id="13" name="Arrow: Right 12">
            <a:extLst>
              <a:ext uri="{FF2B5EF4-FFF2-40B4-BE49-F238E27FC236}">
                <a16:creationId xmlns:a16="http://schemas.microsoft.com/office/drawing/2014/main" id="{18A97294-8946-EE1D-A914-B898601130F6}"/>
              </a:ext>
            </a:extLst>
          </p:cNvPr>
          <p:cNvSpPr/>
          <p:nvPr/>
        </p:nvSpPr>
        <p:spPr>
          <a:xfrm>
            <a:off x="-2" y="228375"/>
            <a:ext cx="1258529" cy="911323"/>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2400" b="1" dirty="0"/>
              <a:t>KPI-2</a:t>
            </a:r>
          </a:p>
        </p:txBody>
      </p:sp>
    </p:spTree>
    <p:extLst>
      <p:ext uri="{BB962C8B-B14F-4D97-AF65-F5344CB8AC3E}">
        <p14:creationId xmlns:p14="http://schemas.microsoft.com/office/powerpoint/2010/main" val="1483649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72EC300-8C26-7373-7A84-C17ED0A6E7BC}"/>
              </a:ext>
            </a:extLst>
          </p:cNvPr>
          <p:cNvSpPr>
            <a:spLocks noGrp="1"/>
          </p:cNvSpPr>
          <p:nvPr>
            <p:ph type="title"/>
          </p:nvPr>
        </p:nvSpPr>
        <p:spPr>
          <a:xfrm>
            <a:off x="371094" y="1161288"/>
            <a:ext cx="4530090" cy="1239012"/>
          </a:xfrm>
        </p:spPr>
        <p:txBody>
          <a:bodyPr anchor="ctr">
            <a:norm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Average number of days taken for </a:t>
            </a:r>
            <a:r>
              <a:rPr lang="en-IN" sz="2000" b="1" dirty="0" err="1">
                <a:latin typeface="Calibri" panose="020F0502020204030204" pitchFamily="34" charset="0"/>
                <a:ea typeface="Calibri" panose="020F0502020204030204" pitchFamily="34" charset="0"/>
                <a:cs typeface="Calibri" panose="020F0502020204030204" pitchFamily="34" charset="0"/>
              </a:rPr>
              <a:t>order_delivered_customer_date</a:t>
            </a:r>
            <a:r>
              <a:rPr lang="en-IN" sz="2000" b="1" dirty="0">
                <a:latin typeface="Calibri" panose="020F0502020204030204" pitchFamily="34" charset="0"/>
                <a:ea typeface="Calibri" panose="020F0502020204030204" pitchFamily="34" charset="0"/>
                <a:cs typeface="Calibri" panose="020F0502020204030204" pitchFamily="34" charset="0"/>
              </a:rPr>
              <a:t> for </a:t>
            </a:r>
            <a:r>
              <a:rPr lang="en-IN" sz="2000" b="1" dirty="0" err="1">
                <a:latin typeface="Calibri" panose="020F0502020204030204" pitchFamily="34" charset="0"/>
                <a:ea typeface="Calibri" panose="020F0502020204030204" pitchFamily="34" charset="0"/>
                <a:cs typeface="Calibri" panose="020F0502020204030204" pitchFamily="34" charset="0"/>
              </a:rPr>
              <a:t>pet_shop</a:t>
            </a:r>
            <a:endParaRPr lang="en-IN" sz="2000" b="1" dirty="0">
              <a:latin typeface="Calibri" panose="020F0502020204030204" pitchFamily="34" charset="0"/>
              <a:ea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8">
            <a:extLst>
              <a:ext uri="{FF2B5EF4-FFF2-40B4-BE49-F238E27FC236}">
                <a16:creationId xmlns:a16="http://schemas.microsoft.com/office/drawing/2014/main" id="{5F14B8FF-B3BF-80D7-B950-CB0A9B9C1CEB}"/>
              </a:ext>
            </a:extLst>
          </p:cNvPr>
          <p:cNvSpPr>
            <a:spLocks noGrp="1"/>
          </p:cNvSpPr>
          <p:nvPr>
            <p:ph idx="1"/>
          </p:nvPr>
        </p:nvSpPr>
        <p:spPr>
          <a:xfrm>
            <a:off x="371093" y="2718054"/>
            <a:ext cx="4530089" cy="3207258"/>
          </a:xfrm>
        </p:spPr>
        <p:txBody>
          <a:bodyPr anchor="t">
            <a:normAutofit/>
          </a:bodyPr>
          <a:lstStyle/>
          <a:p>
            <a:pPr>
              <a:buFont typeface="Wingdings" panose="05000000000000000000" pitchFamily="2" charset="2"/>
              <a:buChar char="§"/>
            </a:pPr>
            <a:r>
              <a:rPr lang="en-US" sz="2000" dirty="0"/>
              <a:t>This KPI analyzes the average number of days taken for </a:t>
            </a:r>
            <a:r>
              <a:rPr lang="en-US" sz="2000" dirty="0" err="1"/>
              <a:t>order_delivered_customer_date</a:t>
            </a:r>
            <a:r>
              <a:rPr lang="en-US" sz="2000" dirty="0"/>
              <a:t> for </a:t>
            </a:r>
            <a:r>
              <a:rPr lang="en-US" sz="2000" dirty="0" err="1"/>
              <a:t>pet_shop</a:t>
            </a:r>
            <a:r>
              <a:rPr lang="en-US" sz="2000" dirty="0"/>
              <a:t>. It helps </a:t>
            </a:r>
            <a:r>
              <a:rPr lang="en-US" sz="2000" dirty="0" err="1"/>
              <a:t>Olist</a:t>
            </a:r>
            <a:r>
              <a:rPr lang="en-US" sz="2000" dirty="0"/>
              <a:t> in identifying areas where they can improve their delivery time and maintain customer satisfaction.</a:t>
            </a:r>
          </a:p>
        </p:txBody>
      </p:sp>
      <p:pic>
        <p:nvPicPr>
          <p:cNvPr id="5" name="Content Placeholder 4" descr="A pie chart with numbers and text&#10;&#10;AI-generated content may be incorrect.">
            <a:extLst>
              <a:ext uri="{FF2B5EF4-FFF2-40B4-BE49-F238E27FC236}">
                <a16:creationId xmlns:a16="http://schemas.microsoft.com/office/drawing/2014/main" id="{CCB2B65F-4699-CA83-F8E8-3609F78899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1184" y="1419995"/>
            <a:ext cx="6922008" cy="4118593"/>
          </a:xfrm>
          <a:prstGeom prst="rect">
            <a:avLst/>
          </a:prstGeom>
        </p:spPr>
      </p:pic>
      <p:sp>
        <p:nvSpPr>
          <p:cNvPr id="11" name="Arrow: Right 10">
            <a:extLst>
              <a:ext uri="{FF2B5EF4-FFF2-40B4-BE49-F238E27FC236}">
                <a16:creationId xmlns:a16="http://schemas.microsoft.com/office/drawing/2014/main" id="{48515E5D-1B75-6F9C-4807-BE5B8488AF07}"/>
              </a:ext>
            </a:extLst>
          </p:cNvPr>
          <p:cNvSpPr/>
          <p:nvPr/>
        </p:nvSpPr>
        <p:spPr>
          <a:xfrm>
            <a:off x="-9143" y="173130"/>
            <a:ext cx="1258529" cy="911323"/>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2400" b="1" dirty="0"/>
              <a:t>KPI-3</a:t>
            </a:r>
          </a:p>
        </p:txBody>
      </p:sp>
    </p:spTree>
    <p:extLst>
      <p:ext uri="{BB962C8B-B14F-4D97-AF65-F5344CB8AC3E}">
        <p14:creationId xmlns:p14="http://schemas.microsoft.com/office/powerpoint/2010/main" val="2803620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3" name="Freeform: Shape 32">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5" name="Freeform: Shape 34">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335AD9-B126-7BC0-4A63-AC64F4802392}"/>
              </a:ext>
            </a:extLst>
          </p:cNvPr>
          <p:cNvSpPr>
            <a:spLocks noGrp="1"/>
          </p:cNvSpPr>
          <p:nvPr>
            <p:ph type="title"/>
          </p:nvPr>
        </p:nvSpPr>
        <p:spPr>
          <a:xfrm>
            <a:off x="371094" y="1161288"/>
            <a:ext cx="4084578" cy="1239012"/>
          </a:xfrm>
        </p:spPr>
        <p:txBody>
          <a:bodyPr anchor="ctr">
            <a:norm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Average price and payment values from customers of </a:t>
            </a:r>
            <a:r>
              <a:rPr lang="en-IN" sz="2000" b="1" dirty="0" err="1">
                <a:latin typeface="Calibri" panose="020F0502020204030204" pitchFamily="34" charset="0"/>
                <a:ea typeface="Calibri" panose="020F0502020204030204" pitchFamily="34" charset="0"/>
                <a:cs typeface="Calibri" panose="020F0502020204030204" pitchFamily="34" charset="0"/>
              </a:rPr>
              <a:t>sao</a:t>
            </a:r>
            <a:r>
              <a:rPr lang="en-IN" sz="2000" b="1" dirty="0">
                <a:latin typeface="Calibri" panose="020F0502020204030204" pitchFamily="34" charset="0"/>
                <a:ea typeface="Calibri" panose="020F0502020204030204" pitchFamily="34" charset="0"/>
                <a:cs typeface="Calibri" panose="020F0502020204030204" pitchFamily="34" charset="0"/>
              </a:rPr>
              <a:t> </a:t>
            </a:r>
            <a:r>
              <a:rPr lang="en-IN" sz="2000" b="1" dirty="0" err="1">
                <a:latin typeface="Calibri" panose="020F0502020204030204" pitchFamily="34" charset="0"/>
                <a:ea typeface="Calibri" panose="020F0502020204030204" pitchFamily="34" charset="0"/>
                <a:cs typeface="Calibri" panose="020F0502020204030204" pitchFamily="34" charset="0"/>
              </a:rPr>
              <a:t>paulo</a:t>
            </a:r>
            <a:r>
              <a:rPr lang="en-IN" sz="2000" b="1" dirty="0">
                <a:latin typeface="Calibri" panose="020F0502020204030204" pitchFamily="34" charset="0"/>
                <a:ea typeface="Calibri" panose="020F0502020204030204" pitchFamily="34" charset="0"/>
                <a:cs typeface="Calibri" panose="020F0502020204030204" pitchFamily="34" charset="0"/>
              </a:rPr>
              <a:t> city</a:t>
            </a:r>
            <a:br>
              <a:rPr lang="en-IN" sz="2000" b="1" dirty="0">
                <a:latin typeface="Calibri" panose="020F0502020204030204" pitchFamily="34" charset="0"/>
                <a:ea typeface="Calibri" panose="020F0502020204030204" pitchFamily="34" charset="0"/>
                <a:cs typeface="Calibri" panose="020F0502020204030204" pitchFamily="34" charset="0"/>
              </a:rPr>
            </a:br>
            <a:br>
              <a:rPr lang="en-IN" sz="2000" b="1" dirty="0">
                <a:latin typeface="Calibri" panose="020F0502020204030204" pitchFamily="34" charset="0"/>
                <a:ea typeface="Calibri" panose="020F0502020204030204" pitchFamily="34" charset="0"/>
                <a:cs typeface="Calibri" panose="020F0502020204030204" pitchFamily="34" charset="0"/>
              </a:rPr>
            </a:br>
            <a:endParaRPr lang="en-US" sz="2000" b="1" dirty="0">
              <a:latin typeface="Calibri" panose="020F0502020204030204" pitchFamily="34" charset="0"/>
              <a:ea typeface="Calibri" panose="020F0502020204030204" pitchFamily="34" charset="0"/>
              <a:cs typeface="Calibri" panose="020F0502020204030204" pitchFamily="34" charset="0"/>
            </a:endParaRPr>
          </a:p>
        </p:txBody>
      </p:sp>
      <p:sp>
        <p:nvSpPr>
          <p:cNvPr id="37" name="Rectangle 36">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9" name="Rectangle 3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Content Placeholder 8">
            <a:extLst>
              <a:ext uri="{FF2B5EF4-FFF2-40B4-BE49-F238E27FC236}">
                <a16:creationId xmlns:a16="http://schemas.microsoft.com/office/drawing/2014/main" id="{30CFB9A1-32EF-2CEA-08D7-EA89C4E580AF}"/>
              </a:ext>
            </a:extLst>
          </p:cNvPr>
          <p:cNvSpPr>
            <a:spLocks noGrp="1"/>
          </p:cNvSpPr>
          <p:nvPr>
            <p:ph idx="1"/>
          </p:nvPr>
        </p:nvSpPr>
        <p:spPr>
          <a:xfrm>
            <a:off x="371093" y="2718054"/>
            <a:ext cx="4084577" cy="3207258"/>
          </a:xfrm>
        </p:spPr>
        <p:txBody>
          <a:bodyPr anchor="t">
            <a:normAutofit/>
          </a:bodyPr>
          <a:lstStyle/>
          <a:p>
            <a:pPr>
              <a:buFont typeface="Wingdings" panose="05000000000000000000" pitchFamily="2" charset="2"/>
              <a:buChar char="§"/>
            </a:pPr>
            <a:r>
              <a:rPr lang="en-US" sz="2000" dirty="0"/>
              <a:t>The analysis of average price and payment values from customers of Sao Paulo city helps in understanding the spending patterns of customers in this region. It also helps </a:t>
            </a:r>
            <a:r>
              <a:rPr lang="en-US" sz="2000" dirty="0" err="1"/>
              <a:t>Olist</a:t>
            </a:r>
            <a:r>
              <a:rPr lang="en-US" sz="2000" dirty="0"/>
              <a:t> in identifying high-value customers and creating targeted marketing campaigns.</a:t>
            </a:r>
          </a:p>
        </p:txBody>
      </p:sp>
      <p:pic>
        <p:nvPicPr>
          <p:cNvPr id="5" name="Content Placeholder 4" descr="A graph of a customer spending analysis&#10;&#10;AI-generated content may be incorrect.">
            <a:extLst>
              <a:ext uri="{FF2B5EF4-FFF2-40B4-BE49-F238E27FC236}">
                <a16:creationId xmlns:a16="http://schemas.microsoft.com/office/drawing/2014/main" id="{D254FF10-3336-7F37-6DC2-7FAFAE318C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1184" y="1324817"/>
            <a:ext cx="6922008" cy="4308949"/>
          </a:xfrm>
          <a:prstGeom prst="rect">
            <a:avLst/>
          </a:prstGeom>
        </p:spPr>
      </p:pic>
      <p:sp>
        <p:nvSpPr>
          <p:cNvPr id="8" name="Arrow: Right 7">
            <a:extLst>
              <a:ext uri="{FF2B5EF4-FFF2-40B4-BE49-F238E27FC236}">
                <a16:creationId xmlns:a16="http://schemas.microsoft.com/office/drawing/2014/main" id="{8769BF4C-AFB5-4F1F-946B-1D894BEB5BFA}"/>
              </a:ext>
            </a:extLst>
          </p:cNvPr>
          <p:cNvSpPr/>
          <p:nvPr/>
        </p:nvSpPr>
        <p:spPr>
          <a:xfrm>
            <a:off x="-9144" y="206785"/>
            <a:ext cx="1258529" cy="911323"/>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2400" b="1" dirty="0"/>
              <a:t>KPI-4</a:t>
            </a:r>
          </a:p>
        </p:txBody>
      </p:sp>
    </p:spTree>
    <p:extLst>
      <p:ext uri="{BB962C8B-B14F-4D97-AF65-F5344CB8AC3E}">
        <p14:creationId xmlns:p14="http://schemas.microsoft.com/office/powerpoint/2010/main" val="3841605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FCFE484-C415-0FE9-2ED2-9A634EB0116A}"/>
              </a:ext>
            </a:extLst>
          </p:cNvPr>
          <p:cNvSpPr>
            <a:spLocks noGrp="1"/>
          </p:cNvSpPr>
          <p:nvPr>
            <p:ph type="title"/>
          </p:nvPr>
        </p:nvSpPr>
        <p:spPr>
          <a:xfrm>
            <a:off x="371094" y="1161288"/>
            <a:ext cx="4530090" cy="1239012"/>
          </a:xfrm>
        </p:spPr>
        <p:txBody>
          <a:bodyPr anchor="ctr">
            <a:no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Relationship between shipping days (</a:t>
            </a:r>
            <a:r>
              <a:rPr lang="en-IN" sz="2000" b="1" dirty="0" err="1">
                <a:latin typeface="Calibri" panose="020F0502020204030204" pitchFamily="34" charset="0"/>
                <a:ea typeface="Calibri" panose="020F0502020204030204" pitchFamily="34" charset="0"/>
                <a:cs typeface="Calibri" panose="020F0502020204030204" pitchFamily="34" charset="0"/>
              </a:rPr>
              <a:t>order_delivered_customer_date</a:t>
            </a:r>
            <a:r>
              <a:rPr lang="en-IN" sz="2000" b="1" dirty="0">
                <a:latin typeface="Calibri" panose="020F0502020204030204" pitchFamily="34" charset="0"/>
                <a:ea typeface="Calibri" panose="020F0502020204030204" pitchFamily="34" charset="0"/>
                <a:cs typeface="Calibri" panose="020F0502020204030204" pitchFamily="34" charset="0"/>
              </a:rPr>
              <a:t> - </a:t>
            </a:r>
            <a:r>
              <a:rPr lang="en-IN" sz="2000" b="1" dirty="0" err="1">
                <a:latin typeface="Calibri" panose="020F0502020204030204" pitchFamily="34" charset="0"/>
                <a:ea typeface="Calibri" panose="020F0502020204030204" pitchFamily="34" charset="0"/>
                <a:cs typeface="Calibri" panose="020F0502020204030204" pitchFamily="34" charset="0"/>
              </a:rPr>
              <a:t>order_purchase_timestamp</a:t>
            </a:r>
            <a:r>
              <a:rPr lang="en-IN" sz="2000" b="1" dirty="0">
                <a:latin typeface="Calibri" panose="020F0502020204030204" pitchFamily="34" charset="0"/>
                <a:ea typeface="Calibri" panose="020F0502020204030204" pitchFamily="34" charset="0"/>
                <a:cs typeface="Calibri" panose="020F0502020204030204" pitchFamily="34" charset="0"/>
              </a:rPr>
              <a:t>) Vs review scores.</a:t>
            </a:r>
            <a:br>
              <a:rPr lang="en-IN" sz="2000" b="1" dirty="0">
                <a:latin typeface="Calibri" panose="020F0502020204030204" pitchFamily="34" charset="0"/>
                <a:ea typeface="Calibri" panose="020F0502020204030204" pitchFamily="34" charset="0"/>
                <a:cs typeface="Calibri" panose="020F0502020204030204" pitchFamily="34" charset="0"/>
              </a:rPr>
            </a:br>
            <a:endParaRPr lang="en-US" sz="2000" b="1" dirty="0">
              <a:latin typeface="Calibri" panose="020F0502020204030204" pitchFamily="34" charset="0"/>
              <a:ea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8">
            <a:extLst>
              <a:ext uri="{FF2B5EF4-FFF2-40B4-BE49-F238E27FC236}">
                <a16:creationId xmlns:a16="http://schemas.microsoft.com/office/drawing/2014/main" id="{FC3A4666-9FA9-C67D-BA74-D123DD1751B5}"/>
              </a:ext>
            </a:extLst>
          </p:cNvPr>
          <p:cNvSpPr>
            <a:spLocks noGrp="1"/>
          </p:cNvSpPr>
          <p:nvPr>
            <p:ph idx="1"/>
          </p:nvPr>
        </p:nvSpPr>
        <p:spPr>
          <a:xfrm>
            <a:off x="371094" y="2718054"/>
            <a:ext cx="4358222" cy="3207258"/>
          </a:xfrm>
        </p:spPr>
        <p:txBody>
          <a:bodyPr anchor="t">
            <a:normAutofit/>
          </a:bodyPr>
          <a:lstStyle/>
          <a:p>
            <a:pPr>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This KPI analyzes the relationship between shipping days and review scores. It helps in understanding the impact of delivery time on customer satisfaction levels. </a:t>
            </a:r>
            <a:r>
              <a:rPr lang="en-US" sz="2000" dirty="0" err="1">
                <a:latin typeface="Calibri" panose="020F0502020204030204" pitchFamily="34" charset="0"/>
                <a:ea typeface="Calibri" panose="020F0502020204030204" pitchFamily="34" charset="0"/>
                <a:cs typeface="Calibri" panose="020F0502020204030204" pitchFamily="34" charset="0"/>
              </a:rPr>
              <a:t>Olist</a:t>
            </a:r>
            <a:r>
              <a:rPr lang="en-US" sz="2000" dirty="0">
                <a:latin typeface="Calibri" panose="020F0502020204030204" pitchFamily="34" charset="0"/>
                <a:ea typeface="Calibri" panose="020F0502020204030204" pitchFamily="34" charset="0"/>
                <a:cs typeface="Calibri" panose="020F0502020204030204" pitchFamily="34" charset="0"/>
              </a:rPr>
              <a:t> can use this information to optimize their logistics and improve their delivery time.</a:t>
            </a:r>
          </a:p>
        </p:txBody>
      </p:sp>
      <p:pic>
        <p:nvPicPr>
          <p:cNvPr id="5" name="Content Placeholder 4" descr="A bar graph with text&#10;&#10;AI-generated content may be incorrect.">
            <a:extLst>
              <a:ext uri="{FF2B5EF4-FFF2-40B4-BE49-F238E27FC236}">
                <a16:creationId xmlns:a16="http://schemas.microsoft.com/office/drawing/2014/main" id="{B47F6070-C8D6-1F06-AEF6-FEB7455D71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1184" y="1307512"/>
            <a:ext cx="6922008" cy="4343560"/>
          </a:xfrm>
          <a:prstGeom prst="rect">
            <a:avLst/>
          </a:prstGeom>
        </p:spPr>
      </p:pic>
      <p:sp>
        <p:nvSpPr>
          <p:cNvPr id="7" name="Arrow: Right 6">
            <a:extLst>
              <a:ext uri="{FF2B5EF4-FFF2-40B4-BE49-F238E27FC236}">
                <a16:creationId xmlns:a16="http://schemas.microsoft.com/office/drawing/2014/main" id="{E822ECF5-0D07-5827-CF92-AC6C4CDE4A27}"/>
              </a:ext>
            </a:extLst>
          </p:cNvPr>
          <p:cNvSpPr/>
          <p:nvPr/>
        </p:nvSpPr>
        <p:spPr>
          <a:xfrm>
            <a:off x="0" y="124983"/>
            <a:ext cx="1258529" cy="911323"/>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2400" b="1" dirty="0"/>
              <a:t>KPI-5</a:t>
            </a:r>
          </a:p>
        </p:txBody>
      </p:sp>
    </p:spTree>
    <p:extLst>
      <p:ext uri="{BB962C8B-B14F-4D97-AF65-F5344CB8AC3E}">
        <p14:creationId xmlns:p14="http://schemas.microsoft.com/office/powerpoint/2010/main" val="3516906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A59B669-0B3B-5015-4B6F-AB389A142483}"/>
              </a:ext>
            </a:extLst>
          </p:cNvPr>
          <p:cNvSpPr>
            <a:spLocks noGrp="1"/>
          </p:cNvSpPr>
          <p:nvPr>
            <p:ph type="title"/>
          </p:nvPr>
        </p:nvSpPr>
        <p:spPr>
          <a:xfrm>
            <a:off x="0" y="1"/>
            <a:ext cx="12192000" cy="1024932"/>
          </a:xfrm>
          <a:solidFill>
            <a:schemeClr val="accent4"/>
          </a:solidFill>
        </p:spPr>
        <p:txBody>
          <a:bodyPr>
            <a:normAutofit/>
          </a:bodyPr>
          <a:lstStyle/>
          <a:p>
            <a:pPr algn="ctr"/>
            <a:r>
              <a:rPr lang="en-US" b="1" dirty="0"/>
              <a:t>Excel Dashboard</a:t>
            </a:r>
          </a:p>
        </p:txBody>
      </p:sp>
      <p:pic>
        <p:nvPicPr>
          <p:cNvPr id="5" name="Content Placeholder 4" descr="A screenshot of a computer screen&#10;&#10;AI-generated content may be incorrect.">
            <a:extLst>
              <a:ext uri="{FF2B5EF4-FFF2-40B4-BE49-F238E27FC236}">
                <a16:creationId xmlns:a16="http://schemas.microsoft.com/office/drawing/2014/main" id="{E0EF917B-EFBB-4991-54CD-991C5AB2E29E}"/>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0" y="1219200"/>
            <a:ext cx="12192000" cy="5834063"/>
          </a:xfrm>
          <a:prstGeom prst="rect">
            <a:avLst/>
          </a:prstGeom>
        </p:spPr>
      </p:pic>
    </p:spTree>
    <p:extLst>
      <p:ext uri="{BB962C8B-B14F-4D97-AF65-F5344CB8AC3E}">
        <p14:creationId xmlns:p14="http://schemas.microsoft.com/office/powerpoint/2010/main" val="81685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4D06100-7EA3-CE36-983E-99C654FCBDD9}"/>
              </a:ext>
            </a:extLst>
          </p:cNvPr>
          <p:cNvSpPr>
            <a:spLocks noGrp="1"/>
          </p:cNvSpPr>
          <p:nvPr>
            <p:ph type="title"/>
          </p:nvPr>
        </p:nvSpPr>
        <p:spPr>
          <a:xfrm>
            <a:off x="0" y="1"/>
            <a:ext cx="12192000" cy="923924"/>
          </a:xfrm>
          <a:solidFill>
            <a:schemeClr val="accent4"/>
          </a:solidFill>
        </p:spPr>
        <p:txBody>
          <a:bodyPr>
            <a:normAutofit/>
          </a:bodyPr>
          <a:lstStyle/>
          <a:p>
            <a:pPr algn="ctr"/>
            <a:r>
              <a:rPr lang="en-US" b="1" dirty="0"/>
              <a:t>Power BI Dashboard</a:t>
            </a:r>
          </a:p>
        </p:txBody>
      </p:sp>
      <p:pic>
        <p:nvPicPr>
          <p:cNvPr id="5" name="Content Placeholder 4" descr="A screenshot of a dashboard&#10;&#10;AI-generated content may be incorrect.">
            <a:extLst>
              <a:ext uri="{FF2B5EF4-FFF2-40B4-BE49-F238E27FC236}">
                <a16:creationId xmlns:a16="http://schemas.microsoft.com/office/drawing/2014/main" id="{27286C3F-F46B-7A63-6370-DBADDFDD8B7C}"/>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0" y="1081548"/>
            <a:ext cx="12192000" cy="5776452"/>
          </a:xfrm>
          <a:prstGeom prst="rect">
            <a:avLst/>
          </a:prstGeom>
        </p:spPr>
      </p:pic>
    </p:spTree>
    <p:extLst>
      <p:ext uri="{BB962C8B-B14F-4D97-AF65-F5344CB8AC3E}">
        <p14:creationId xmlns:p14="http://schemas.microsoft.com/office/powerpoint/2010/main" val="1382106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C7BA7BF-4497-4381-3A55-6C47F5D19942}"/>
              </a:ext>
            </a:extLst>
          </p:cNvPr>
          <p:cNvSpPr>
            <a:spLocks noGrp="1"/>
          </p:cNvSpPr>
          <p:nvPr>
            <p:ph type="title"/>
          </p:nvPr>
        </p:nvSpPr>
        <p:spPr>
          <a:xfrm>
            <a:off x="0" y="1"/>
            <a:ext cx="12192000" cy="895349"/>
          </a:xfrm>
          <a:solidFill>
            <a:schemeClr val="accent4"/>
          </a:solidFill>
        </p:spPr>
        <p:txBody>
          <a:bodyPr>
            <a:normAutofit/>
          </a:bodyPr>
          <a:lstStyle/>
          <a:p>
            <a:pPr algn="ctr"/>
            <a:r>
              <a:rPr lang="en-US" b="1" dirty="0"/>
              <a:t>Tableau Dashboard</a:t>
            </a:r>
          </a:p>
        </p:txBody>
      </p:sp>
      <p:pic>
        <p:nvPicPr>
          <p:cNvPr id="5" name="Content Placeholder 4" descr="A screenshot of a computer&#10;&#10;AI-generated content may be incorrect.">
            <a:extLst>
              <a:ext uri="{FF2B5EF4-FFF2-40B4-BE49-F238E27FC236}">
                <a16:creationId xmlns:a16="http://schemas.microsoft.com/office/drawing/2014/main" id="{D0B02EEC-C275-3CA1-E2FD-9FCD2767FDD3}"/>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0" y="1071716"/>
            <a:ext cx="12192000" cy="5786284"/>
          </a:xfrm>
          <a:prstGeom prst="rect">
            <a:avLst/>
          </a:prstGeom>
        </p:spPr>
      </p:pic>
    </p:spTree>
    <p:extLst>
      <p:ext uri="{BB962C8B-B14F-4D97-AF65-F5344CB8AC3E}">
        <p14:creationId xmlns:p14="http://schemas.microsoft.com/office/powerpoint/2010/main" val="1473652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08D6F-BCE9-6B8A-AA84-80AB550FD270}"/>
              </a:ext>
            </a:extLst>
          </p:cNvPr>
          <p:cNvSpPr>
            <a:spLocks noGrp="1"/>
          </p:cNvSpPr>
          <p:nvPr>
            <p:ph type="title"/>
          </p:nvPr>
        </p:nvSpPr>
        <p:spPr>
          <a:xfrm>
            <a:off x="0" y="0"/>
            <a:ext cx="12192000" cy="745920"/>
          </a:xfrm>
          <a:solidFill>
            <a:schemeClr val="accent4"/>
          </a:solidFill>
        </p:spPr>
        <p:txBody>
          <a:bodyPr/>
          <a:lstStyle/>
          <a:p>
            <a:r>
              <a:rPr lang="en-US" b="1">
                <a:latin typeface="Calibri" panose="020F0502020204030204" pitchFamily="34" charset="0"/>
                <a:ea typeface="Calibri" panose="020F0502020204030204" pitchFamily="34" charset="0"/>
                <a:cs typeface="Calibri" panose="020F0502020204030204" pitchFamily="34" charset="0"/>
              </a:rPr>
              <a:t>MySQL KPI’s </a:t>
            </a:r>
            <a:r>
              <a:rPr lang="en-US" b="1" dirty="0">
                <a:latin typeface="Calibri" panose="020F0502020204030204" pitchFamily="34" charset="0"/>
                <a:ea typeface="Calibri" panose="020F0502020204030204" pitchFamily="34" charset="0"/>
                <a:cs typeface="Calibri" panose="020F0502020204030204" pitchFamily="34" charset="0"/>
              </a:rPr>
              <a:t>queries</a:t>
            </a:r>
          </a:p>
        </p:txBody>
      </p:sp>
      <p:pic>
        <p:nvPicPr>
          <p:cNvPr id="9" name="Picture 8">
            <a:extLst>
              <a:ext uri="{FF2B5EF4-FFF2-40B4-BE49-F238E27FC236}">
                <a16:creationId xmlns:a16="http://schemas.microsoft.com/office/drawing/2014/main" id="{7710E131-CD76-A285-98B7-C8AEC3C5F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20334"/>
            <a:ext cx="9792640" cy="2851118"/>
          </a:xfrm>
          <a:prstGeom prst="rect">
            <a:avLst/>
          </a:prstGeom>
        </p:spPr>
      </p:pic>
      <p:pic>
        <p:nvPicPr>
          <p:cNvPr id="10" name="Picture 9">
            <a:extLst>
              <a:ext uri="{FF2B5EF4-FFF2-40B4-BE49-F238E27FC236}">
                <a16:creationId xmlns:a16="http://schemas.microsoft.com/office/drawing/2014/main" id="{230474B3-186C-0E2E-C44C-9F2E6F326F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92793"/>
            <a:ext cx="8740877" cy="3065207"/>
          </a:xfrm>
          <a:prstGeom prst="rect">
            <a:avLst/>
          </a:prstGeom>
        </p:spPr>
      </p:pic>
    </p:spTree>
    <p:extLst>
      <p:ext uri="{BB962C8B-B14F-4D97-AF65-F5344CB8AC3E}">
        <p14:creationId xmlns:p14="http://schemas.microsoft.com/office/powerpoint/2010/main" val="3878190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F88F11-39C8-4383-2508-F04BAF38AA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941" y="195527"/>
            <a:ext cx="10338008" cy="3339150"/>
          </a:xfrm>
          <a:prstGeom prst="rect">
            <a:avLst/>
          </a:prstGeom>
        </p:spPr>
      </p:pic>
      <p:pic>
        <p:nvPicPr>
          <p:cNvPr id="7" name="Picture 6">
            <a:extLst>
              <a:ext uri="{FF2B5EF4-FFF2-40B4-BE49-F238E27FC236}">
                <a16:creationId xmlns:a16="http://schemas.microsoft.com/office/drawing/2014/main" id="{07F97C62-C7A9-3BDB-20A6-791248AC87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941" y="3429000"/>
            <a:ext cx="6157891" cy="2986345"/>
          </a:xfrm>
          <a:prstGeom prst="rect">
            <a:avLst/>
          </a:prstGeom>
        </p:spPr>
      </p:pic>
    </p:spTree>
    <p:extLst>
      <p:ext uri="{BB962C8B-B14F-4D97-AF65-F5344CB8AC3E}">
        <p14:creationId xmlns:p14="http://schemas.microsoft.com/office/powerpoint/2010/main" val="2202331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360C449-0912-7234-8E00-8DE37C2BDC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24944"/>
            <a:ext cx="11745964" cy="4143953"/>
          </a:xfrm>
          <a:prstGeom prst="rect">
            <a:avLst/>
          </a:prstGeom>
        </p:spPr>
      </p:pic>
    </p:spTree>
    <p:extLst>
      <p:ext uri="{BB962C8B-B14F-4D97-AF65-F5344CB8AC3E}">
        <p14:creationId xmlns:p14="http://schemas.microsoft.com/office/powerpoint/2010/main" val="4154898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166B04B-2541-EDB6-5498-B803473434E8}"/>
              </a:ext>
            </a:extLst>
          </p:cNvPr>
          <p:cNvSpPr>
            <a:spLocks noGrp="1"/>
          </p:cNvSpPr>
          <p:nvPr>
            <p:ph type="title"/>
          </p:nvPr>
        </p:nvSpPr>
        <p:spPr>
          <a:xfrm>
            <a:off x="838200" y="365125"/>
            <a:ext cx="10515600" cy="1325563"/>
          </a:xfrm>
        </p:spPr>
        <p:txBody>
          <a:bodyPr>
            <a:normAutofit/>
          </a:bodyPr>
          <a:lstStyle/>
          <a:p>
            <a:r>
              <a:rPr lang="en-US" b="1" dirty="0">
                <a:latin typeface="Calibri" panose="020F0502020204030204" pitchFamily="34" charset="0"/>
                <a:ea typeface="Calibri" panose="020F0502020204030204" pitchFamily="34" charset="0"/>
                <a:cs typeface="Calibri" panose="020F0502020204030204" pitchFamily="34" charset="0"/>
              </a:rPr>
              <a:t>Insight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FB3911E-49C8-F143-E0D5-BB003937FC86}"/>
              </a:ext>
            </a:extLst>
          </p:cNvPr>
          <p:cNvSpPr>
            <a:spLocks noGrp="1"/>
          </p:cNvSpPr>
          <p:nvPr>
            <p:ph idx="1"/>
          </p:nvPr>
        </p:nvSpPr>
        <p:spPr>
          <a:xfrm>
            <a:off x="838200" y="1825625"/>
            <a:ext cx="10515600" cy="4351338"/>
          </a:xfrm>
        </p:spPr>
        <p:txBody>
          <a:bodyPr>
            <a:no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Based on the data, </a:t>
            </a:r>
            <a:r>
              <a:rPr lang="en-US" sz="2000" dirty="0" err="1">
                <a:latin typeface="Calibri" panose="020F0502020204030204" pitchFamily="34" charset="0"/>
                <a:ea typeface="Calibri" panose="020F0502020204030204" pitchFamily="34" charset="0"/>
                <a:cs typeface="Calibri" panose="020F0502020204030204" pitchFamily="34" charset="0"/>
              </a:rPr>
              <a:t>Olist</a:t>
            </a:r>
            <a:r>
              <a:rPr lang="en-US" sz="2000" dirty="0">
                <a:latin typeface="Calibri" panose="020F0502020204030204" pitchFamily="34" charset="0"/>
                <a:ea typeface="Calibri" panose="020F0502020204030204" pitchFamily="34" charset="0"/>
                <a:cs typeface="Calibri" panose="020F0502020204030204" pitchFamily="34" charset="0"/>
              </a:rPr>
              <a:t> E-commerce processed approximately 99,442 orders, out of which around 89,940 were successfully delivered — indicating a 90% delivery success rate. The platform’s average product rating stands at 4.09 stars, with individual product categories ranging from 2.5 to 4.68 stars. Interestingly, one-star reviews rank third in frequency, suggesting potential issues related to product quality in certain categories. Delivery performance may also be influencing customer feedback, highlighting an opportunity to enhance logistics efficiency.</a:t>
            </a:r>
          </a:p>
          <a:p>
            <a:r>
              <a:rPr lang="en-US" sz="2000" dirty="0">
                <a:latin typeface="Calibri" panose="020F0502020204030204" pitchFamily="34" charset="0"/>
                <a:ea typeface="Calibri" panose="020F0502020204030204" pitchFamily="34" charset="0"/>
                <a:cs typeface="Calibri" panose="020F0502020204030204" pitchFamily="34" charset="0"/>
              </a:rPr>
              <a:t>The insights from this analysis can guide key business decisions — such as identifying high-demand products, improving product and service quality, and optimizing marketing strategies in regions with strong sales performance. Moreover, the findings provide a clearer understanding of customer behavior and purchasing trends, which can be leveraged to shape future business strategies.</a:t>
            </a:r>
          </a:p>
        </p:txBody>
      </p:sp>
    </p:spTree>
    <p:extLst>
      <p:ext uri="{BB962C8B-B14F-4D97-AF65-F5344CB8AC3E}">
        <p14:creationId xmlns:p14="http://schemas.microsoft.com/office/powerpoint/2010/main" val="562552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6FAFD1B-7F07-93E3-4F06-207916FDA9DB}"/>
              </a:ext>
            </a:extLst>
          </p:cNvPr>
          <p:cNvSpPr>
            <a:spLocks noGrp="1"/>
          </p:cNvSpPr>
          <p:nvPr>
            <p:ph type="title"/>
          </p:nvPr>
        </p:nvSpPr>
        <p:spPr>
          <a:xfrm>
            <a:off x="838200" y="365125"/>
            <a:ext cx="10515600" cy="1325563"/>
          </a:xfrm>
        </p:spPr>
        <p:txBody>
          <a:bodyPr>
            <a:normAutofit/>
          </a:bodyPr>
          <a:lstStyle/>
          <a:p>
            <a:r>
              <a:rPr lang="en-US" b="1" dirty="0">
                <a:latin typeface="Calibri" panose="020F0502020204030204" pitchFamily="34" charset="0"/>
                <a:ea typeface="Calibri" panose="020F0502020204030204" pitchFamily="34" charset="0"/>
                <a:cs typeface="Calibri" panose="020F0502020204030204" pitchFamily="34" charset="0"/>
              </a:rPr>
              <a:t>Proposed Improvements</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0217F1F-A75D-32E8-87CE-488844CEEBF3}"/>
              </a:ext>
            </a:extLst>
          </p:cNvPr>
          <p:cNvSpPr>
            <a:spLocks noGrp="1"/>
          </p:cNvSpPr>
          <p:nvPr>
            <p:ph idx="1"/>
          </p:nvPr>
        </p:nvSpPr>
        <p:spPr>
          <a:xfrm>
            <a:off x="838200" y="1825625"/>
            <a:ext cx="10515600" cy="4351338"/>
          </a:xfrm>
        </p:spPr>
        <p:txBody>
          <a:bodyPr>
            <a:normAutofit/>
          </a:bodyPr>
          <a:lstStyle/>
          <a:p>
            <a:pPr>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Regularly monitor and analyze customer reviews to gain insights in product quality and identify areas for improvement. Dashboards can be used to identify patterns in customer reviews. This will provide a data-driven approach to enhance customer experience. Investigate delivery delays and undelivered orders. Analyzing geographic locations could bring insights about certain challenges with demographics, accessibility, and possible route optimization. Tracking fleet performance with the use of telematics can help identify issues before they become a problem. Providing a proper shipment tracking system aids in having clear and concise communication between customers, sellers and couriers. Regular updates can set proper expectations among customers and specific delivery instructions of customers can be properly accommodated. By establishing trust and communication, both parties can work together to resolve any issues that may arise.</a:t>
            </a:r>
          </a:p>
        </p:txBody>
      </p:sp>
    </p:spTree>
    <p:extLst>
      <p:ext uri="{BB962C8B-B14F-4D97-AF65-F5344CB8AC3E}">
        <p14:creationId xmlns:p14="http://schemas.microsoft.com/office/powerpoint/2010/main" val="2140604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3D6365D-19EB-DBC5-F8D0-709DEF8EEA79}"/>
              </a:ext>
            </a:extLst>
          </p:cNvPr>
          <p:cNvSpPr>
            <a:spLocks noGrp="1"/>
          </p:cNvSpPr>
          <p:nvPr>
            <p:ph type="title"/>
          </p:nvPr>
        </p:nvSpPr>
        <p:spPr>
          <a:xfrm>
            <a:off x="838200" y="365125"/>
            <a:ext cx="10515600" cy="1325563"/>
          </a:xfrm>
        </p:spPr>
        <p:txBody>
          <a:bodyPr>
            <a:normAutofit/>
          </a:bodyPr>
          <a:lstStyle/>
          <a:p>
            <a:r>
              <a:rPr lang="en-US" b="1" dirty="0">
                <a:latin typeface="Calibri" panose="020F0502020204030204" pitchFamily="34" charset="0"/>
                <a:ea typeface="Calibri" panose="020F0502020204030204" pitchFamily="34" charset="0"/>
                <a:cs typeface="Calibri" panose="020F0502020204030204" pitchFamily="34" charset="0"/>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0E6AEF0-F57D-4A15-1ED8-80DF8C38D502}"/>
              </a:ext>
            </a:extLst>
          </p:cNvPr>
          <p:cNvSpPr>
            <a:spLocks noGrp="1"/>
          </p:cNvSpPr>
          <p:nvPr>
            <p:ph idx="1"/>
          </p:nvPr>
        </p:nvSpPr>
        <p:spPr>
          <a:xfrm>
            <a:off x="838200" y="1825625"/>
            <a:ext cx="10515600" cy="4351338"/>
          </a:xfrm>
        </p:spPr>
        <p:txBody>
          <a:bodyPr>
            <a:normAutofit/>
          </a:bodyPr>
          <a:lstStyle/>
          <a:p>
            <a:pPr>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Consistent monitoring of customer feedback, real-time evaluation of delivery operations, and an efficient shipment tracking and communication system can significantly enhance </a:t>
            </a:r>
            <a:r>
              <a:rPr lang="en-US" sz="2400" dirty="0" err="1">
                <a:latin typeface="Calibri" panose="020F0502020204030204" pitchFamily="34" charset="0"/>
                <a:ea typeface="Calibri" panose="020F0502020204030204" pitchFamily="34" charset="0"/>
                <a:cs typeface="Calibri" panose="020F0502020204030204" pitchFamily="34" charset="0"/>
              </a:rPr>
              <a:t>Olist’s</a:t>
            </a:r>
            <a:r>
              <a:rPr lang="en-US" sz="2400" dirty="0">
                <a:latin typeface="Calibri" panose="020F0502020204030204" pitchFamily="34" charset="0"/>
                <a:ea typeface="Calibri" panose="020F0502020204030204" pitchFamily="34" charset="0"/>
                <a:cs typeface="Calibri" panose="020F0502020204030204" pitchFamily="34" charset="0"/>
              </a:rPr>
              <a:t> logistics performance and ensure a high level of customer satisfaction.</a:t>
            </a:r>
          </a:p>
        </p:txBody>
      </p:sp>
    </p:spTree>
    <p:extLst>
      <p:ext uri="{BB962C8B-B14F-4D97-AF65-F5344CB8AC3E}">
        <p14:creationId xmlns:p14="http://schemas.microsoft.com/office/powerpoint/2010/main" val="1731495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1F5878D-D840-47ED-0622-7B3C9C305BC8}"/>
              </a:ext>
            </a:extLst>
          </p:cNvPr>
          <p:cNvSpPr>
            <a:spLocks noGrp="1"/>
          </p:cNvSpPr>
          <p:nvPr>
            <p:ph type="title"/>
          </p:nvPr>
        </p:nvSpPr>
        <p:spPr>
          <a:xfrm>
            <a:off x="838200" y="365125"/>
            <a:ext cx="10515600" cy="1325563"/>
          </a:xfrm>
        </p:spPr>
        <p:txBody>
          <a:bodyPr>
            <a:normAutofit/>
          </a:bodyPr>
          <a:lstStyle/>
          <a:p>
            <a:r>
              <a:rPr lang="en-US" b="1" dirty="0">
                <a:latin typeface="Calibri" panose="020F0502020204030204" pitchFamily="34" charset="0"/>
                <a:ea typeface="Calibri" panose="020F0502020204030204" pitchFamily="34" charset="0"/>
                <a:cs typeface="Calibri" panose="020F0502020204030204" pitchFamily="34" charset="0"/>
              </a:rPr>
              <a:t>Conclusion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1CA07A1-9F2F-389B-EC76-C40C84CFF289}"/>
              </a:ext>
            </a:extLst>
          </p:cNvPr>
          <p:cNvSpPr>
            <a:spLocks noGrp="1"/>
          </p:cNvSpPr>
          <p:nvPr>
            <p:ph idx="1"/>
          </p:nvPr>
        </p:nvSpPr>
        <p:spPr>
          <a:xfrm>
            <a:off x="838200" y="1825625"/>
            <a:ext cx="10515600" cy="4351338"/>
          </a:xfrm>
        </p:spPr>
        <p:txBody>
          <a:bodyPr>
            <a:normAutofit/>
          </a:bodyPr>
          <a:lstStyle/>
          <a:p>
            <a:pPr>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The </a:t>
            </a:r>
            <a:r>
              <a:rPr lang="en-US" sz="2400" dirty="0" err="1">
                <a:latin typeface="Calibri" panose="020F0502020204030204" pitchFamily="34" charset="0"/>
                <a:ea typeface="Calibri" panose="020F0502020204030204" pitchFamily="34" charset="0"/>
                <a:cs typeface="Calibri" panose="020F0502020204030204" pitchFamily="34" charset="0"/>
              </a:rPr>
              <a:t>Olist</a:t>
            </a:r>
            <a:r>
              <a:rPr lang="en-US" sz="2400" dirty="0">
                <a:latin typeface="Calibri" panose="020F0502020204030204" pitchFamily="34" charset="0"/>
                <a:ea typeface="Calibri" panose="020F0502020204030204" pitchFamily="34" charset="0"/>
                <a:cs typeface="Calibri" panose="020F0502020204030204" pitchFamily="34" charset="0"/>
              </a:rPr>
              <a:t> Store Analysis project provides valuable insights into customer behavior and payment statistics. The analysis of these KPIs helps </a:t>
            </a:r>
            <a:r>
              <a:rPr lang="en-US" sz="2400" dirty="0" err="1">
                <a:latin typeface="Calibri" panose="020F0502020204030204" pitchFamily="34" charset="0"/>
                <a:ea typeface="Calibri" panose="020F0502020204030204" pitchFamily="34" charset="0"/>
                <a:cs typeface="Calibri" panose="020F0502020204030204" pitchFamily="34" charset="0"/>
              </a:rPr>
              <a:t>Olist</a:t>
            </a:r>
            <a:r>
              <a:rPr lang="en-US" sz="2400" dirty="0">
                <a:latin typeface="Calibri" panose="020F0502020204030204" pitchFamily="34" charset="0"/>
                <a:ea typeface="Calibri" panose="020F0502020204030204" pitchFamily="34" charset="0"/>
                <a:cs typeface="Calibri" panose="020F0502020204030204" pitchFamily="34" charset="0"/>
              </a:rPr>
              <a:t> in identifying areas of improvement and creating targeted marketing campaigns. As a data analyst, I have used Excel and Power BI to clean and manipulate the dataset and create meaningful visualizations. This project serves as a great example of how data analysis can help businesses make informed decisions.</a:t>
            </a:r>
          </a:p>
        </p:txBody>
      </p:sp>
    </p:spTree>
    <p:extLst>
      <p:ext uri="{BB962C8B-B14F-4D97-AF65-F5344CB8AC3E}">
        <p14:creationId xmlns:p14="http://schemas.microsoft.com/office/powerpoint/2010/main" val="1397588258"/>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749</TotalTime>
  <Words>934</Words>
  <Application>Microsoft Office PowerPoint</Application>
  <PresentationFormat>Widescreen</PresentationFormat>
  <Paragraphs>53</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Calibri</vt:lpstr>
      <vt:lpstr>Wingdings</vt:lpstr>
      <vt:lpstr>Office Theme</vt:lpstr>
      <vt:lpstr>E-commerce Olist Store Analysis</vt:lpstr>
      <vt:lpstr>Contents</vt:lpstr>
      <vt:lpstr>Introduction</vt:lpstr>
      <vt:lpstr>Joins of data sets</vt:lpstr>
      <vt:lpstr>KPI’S</vt:lpstr>
      <vt:lpstr>Weekday Vs Weekend (order_purchase_timestamp) Payment Statistics </vt:lpstr>
      <vt:lpstr>Number of Orders with review score 5 and payment type as credit card. </vt:lpstr>
      <vt:lpstr>Average number of days taken for order_delivered_customer_date for pet_shop</vt:lpstr>
      <vt:lpstr>Average price and payment values from customers of sao paulo city  </vt:lpstr>
      <vt:lpstr>Relationship between shipping days (order_delivered_customer_date - order_purchase_timestamp) Vs review scores. </vt:lpstr>
      <vt:lpstr>Excel Dashboard</vt:lpstr>
      <vt:lpstr>Power BI Dashboard</vt:lpstr>
      <vt:lpstr>Tableau Dashboard</vt:lpstr>
      <vt:lpstr>MySQL KPI’s queries</vt:lpstr>
      <vt:lpstr>PowerPoint Presentation</vt:lpstr>
      <vt:lpstr>PowerPoint Presentation</vt:lpstr>
      <vt:lpstr>Insight </vt:lpstr>
      <vt:lpstr>Proposed Improvements</vt:lpstr>
      <vt:lpstr>Summary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kamalini pati</dc:creator>
  <cp:lastModifiedBy>kamalini pati</cp:lastModifiedBy>
  <cp:revision>1</cp:revision>
  <dcterms:created xsi:type="dcterms:W3CDTF">2025-11-06T08:52:01Z</dcterms:created>
  <dcterms:modified xsi:type="dcterms:W3CDTF">2025-11-07T14:53:25Z</dcterms:modified>
</cp:coreProperties>
</file>